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8" r:id="rId2"/>
    <p:sldId id="269" r:id="rId3"/>
    <p:sldId id="270" r:id="rId4"/>
    <p:sldId id="378" r:id="rId5"/>
    <p:sldId id="365" r:id="rId6"/>
    <p:sldId id="257" r:id="rId7"/>
    <p:sldId id="271" r:id="rId8"/>
    <p:sldId id="272" r:id="rId9"/>
    <p:sldId id="273" r:id="rId10"/>
    <p:sldId id="380" r:id="rId11"/>
    <p:sldId id="385" r:id="rId12"/>
    <p:sldId id="381" r:id="rId13"/>
    <p:sldId id="275" r:id="rId14"/>
    <p:sldId id="394" r:id="rId15"/>
    <p:sldId id="356" r:id="rId16"/>
    <p:sldId id="353" r:id="rId17"/>
    <p:sldId id="355" r:id="rId18"/>
    <p:sldId id="396" r:id="rId19"/>
    <p:sldId id="391" r:id="rId20"/>
    <p:sldId id="395" r:id="rId21"/>
    <p:sldId id="276" r:id="rId22"/>
    <p:sldId id="277" r:id="rId23"/>
    <p:sldId id="315" r:id="rId24"/>
    <p:sldId id="382" r:id="rId25"/>
    <p:sldId id="279" r:id="rId26"/>
    <p:sldId id="282" r:id="rId27"/>
    <p:sldId id="283" r:id="rId28"/>
    <p:sldId id="284" r:id="rId29"/>
    <p:sldId id="383" r:id="rId30"/>
    <p:sldId id="384" r:id="rId31"/>
    <p:sldId id="286" r:id="rId32"/>
    <p:sldId id="397" r:id="rId33"/>
    <p:sldId id="398" r:id="rId34"/>
    <p:sldId id="399" r:id="rId35"/>
    <p:sldId id="386" r:id="rId36"/>
    <p:sldId id="287" r:id="rId37"/>
    <p:sldId id="289" r:id="rId38"/>
    <p:sldId id="290" r:id="rId39"/>
    <p:sldId id="293" r:id="rId40"/>
    <p:sldId id="294" r:id="rId41"/>
    <p:sldId id="295" r:id="rId42"/>
    <p:sldId id="389" r:id="rId43"/>
    <p:sldId id="390" r:id="rId44"/>
    <p:sldId id="387" r:id="rId45"/>
    <p:sldId id="400" r:id="rId46"/>
    <p:sldId id="401" r:id="rId47"/>
    <p:sldId id="402" r:id="rId48"/>
    <p:sldId id="403" r:id="rId49"/>
    <p:sldId id="388" r:id="rId50"/>
    <p:sldId id="318" r:id="rId51"/>
    <p:sldId id="362" r:id="rId52"/>
    <p:sldId id="298" r:id="rId53"/>
    <p:sldId id="313" r:id="rId54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y chen" userId="fdf1e92dc7d8fe4b" providerId="LiveId" clId="{F3F74093-0206-4845-89D9-C22FBE26DA3B}"/>
    <pc:docChg chg="undo redo custSel addSld delSld modSld sldOrd">
      <pc:chgData name="willy chen" userId="fdf1e92dc7d8fe4b" providerId="LiveId" clId="{F3F74093-0206-4845-89D9-C22FBE26DA3B}" dt="2026-03-11T05:57:27.774" v="1021" actId="5793"/>
      <pc:docMkLst>
        <pc:docMk/>
      </pc:docMkLst>
      <pc:sldChg chg="addSp delSp modSp mod">
        <pc:chgData name="willy chen" userId="fdf1e92dc7d8fe4b" providerId="LiveId" clId="{F3F74093-0206-4845-89D9-C22FBE26DA3B}" dt="2026-02-26T04:53:43.741" v="564" actId="113"/>
        <pc:sldMkLst>
          <pc:docMk/>
          <pc:sldMk cId="325601872" sldId="275"/>
        </pc:sldMkLst>
        <pc:spChg chg="add del mod">
          <ac:chgData name="willy chen" userId="fdf1e92dc7d8fe4b" providerId="LiveId" clId="{F3F74093-0206-4845-89D9-C22FBE26DA3B}" dt="2026-02-26T04:53:43.741" v="564" actId="113"/>
          <ac:spMkLst>
            <pc:docMk/>
            <pc:sldMk cId="325601872" sldId="275"/>
            <ac:spMk id="3" creationId="{4CC99FDB-902C-40CF-BBCF-1325B20541A7}"/>
          </ac:spMkLst>
        </pc:spChg>
        <pc:spChg chg="add del">
          <ac:chgData name="willy chen" userId="fdf1e92dc7d8fe4b" providerId="LiveId" clId="{F3F74093-0206-4845-89D9-C22FBE26DA3B}" dt="2026-02-24T04:33:51.822" v="1"/>
          <ac:spMkLst>
            <pc:docMk/>
            <pc:sldMk cId="325601872" sldId="275"/>
            <ac:spMk id="5" creationId="{940B0A13-C4A3-4C90-8ED6-42BA364ED5BA}"/>
          </ac:spMkLst>
        </pc:spChg>
        <pc:spChg chg="add del">
          <ac:chgData name="willy chen" userId="fdf1e92dc7d8fe4b" providerId="LiveId" clId="{F3F74093-0206-4845-89D9-C22FBE26DA3B}" dt="2026-02-24T04:33:54.934" v="4"/>
          <ac:spMkLst>
            <pc:docMk/>
            <pc:sldMk cId="325601872" sldId="275"/>
            <ac:spMk id="6" creationId="{2A2FAA35-9616-40D0-9779-EDD273FE54DB}"/>
          </ac:spMkLst>
        </pc:spChg>
        <pc:spChg chg="add del">
          <ac:chgData name="willy chen" userId="fdf1e92dc7d8fe4b" providerId="LiveId" clId="{F3F74093-0206-4845-89D9-C22FBE26DA3B}" dt="2026-02-24T04:33:57.585" v="7"/>
          <ac:spMkLst>
            <pc:docMk/>
            <pc:sldMk cId="325601872" sldId="275"/>
            <ac:spMk id="7" creationId="{2E00E49B-DCF9-48FB-9619-A1F61CCF3978}"/>
          </ac:spMkLst>
        </pc:spChg>
        <pc:spChg chg="add del">
          <ac:chgData name="willy chen" userId="fdf1e92dc7d8fe4b" providerId="LiveId" clId="{F3F74093-0206-4845-89D9-C22FBE26DA3B}" dt="2026-02-24T04:34:02.495" v="12"/>
          <ac:spMkLst>
            <pc:docMk/>
            <pc:sldMk cId="325601872" sldId="275"/>
            <ac:spMk id="8" creationId="{22634301-DC27-4A81-ABC6-C628B447801A}"/>
          </ac:spMkLst>
        </pc:spChg>
        <pc:spChg chg="add del">
          <ac:chgData name="willy chen" userId="fdf1e92dc7d8fe4b" providerId="LiveId" clId="{F3F74093-0206-4845-89D9-C22FBE26DA3B}" dt="2026-02-24T04:34:06.999" v="14"/>
          <ac:spMkLst>
            <pc:docMk/>
            <pc:sldMk cId="325601872" sldId="275"/>
            <ac:spMk id="9" creationId="{084AF27E-A790-4A4B-8720-3FD5E6D8B82A}"/>
          </ac:spMkLst>
        </pc:spChg>
        <pc:spChg chg="add del mod">
          <ac:chgData name="willy chen" userId="fdf1e92dc7d8fe4b" providerId="LiveId" clId="{F3F74093-0206-4845-89D9-C22FBE26DA3B}" dt="2026-02-24T04:34:09.493" v="17"/>
          <ac:spMkLst>
            <pc:docMk/>
            <pc:sldMk cId="325601872" sldId="275"/>
            <ac:spMk id="10" creationId="{2A547623-68CE-4AB2-A948-683AB86D1616}"/>
          </ac:spMkLst>
        </pc:spChg>
        <pc:spChg chg="add del">
          <ac:chgData name="willy chen" userId="fdf1e92dc7d8fe4b" providerId="LiveId" clId="{F3F74093-0206-4845-89D9-C22FBE26DA3B}" dt="2026-02-24T04:34:18.753" v="20"/>
          <ac:spMkLst>
            <pc:docMk/>
            <pc:sldMk cId="325601872" sldId="275"/>
            <ac:spMk id="11" creationId="{E108419A-19DD-40EC-86DA-484A3CFC7191}"/>
          </ac:spMkLst>
        </pc:spChg>
        <pc:spChg chg="add del mod">
          <ac:chgData name="willy chen" userId="fdf1e92dc7d8fe4b" providerId="LiveId" clId="{F3F74093-0206-4845-89D9-C22FBE26DA3B}" dt="2026-02-24T04:34:57.620" v="35"/>
          <ac:spMkLst>
            <pc:docMk/>
            <pc:sldMk cId="325601872" sldId="275"/>
            <ac:spMk id="12" creationId="{C3E0874D-5761-496A-9D98-54E1BF88FD50}"/>
          </ac:spMkLst>
        </pc:spChg>
        <pc:spChg chg="add del">
          <ac:chgData name="willy chen" userId="fdf1e92dc7d8fe4b" providerId="LiveId" clId="{F3F74093-0206-4845-89D9-C22FBE26DA3B}" dt="2026-02-24T04:35:20.924" v="48"/>
          <ac:spMkLst>
            <pc:docMk/>
            <pc:sldMk cId="325601872" sldId="275"/>
            <ac:spMk id="13" creationId="{5275FD49-6B01-4BD1-B5A1-C5496BFAAC9C}"/>
          </ac:spMkLst>
        </pc:spChg>
      </pc:sldChg>
      <pc:sldChg chg="addSp delSp modSp mod ord">
        <pc:chgData name="willy chen" userId="fdf1e92dc7d8fe4b" providerId="LiveId" clId="{F3F74093-0206-4845-89D9-C22FBE26DA3B}" dt="2026-02-26T05:02:04.186" v="736" actId="22"/>
        <pc:sldMkLst>
          <pc:docMk/>
          <pc:sldMk cId="1909599341" sldId="286"/>
        </pc:sldMkLst>
        <pc:spChg chg="mod">
          <ac:chgData name="willy chen" userId="fdf1e92dc7d8fe4b" providerId="LiveId" clId="{F3F74093-0206-4845-89D9-C22FBE26DA3B}" dt="2026-02-26T04:53:54.914" v="565" actId="113"/>
          <ac:spMkLst>
            <pc:docMk/>
            <pc:sldMk cId="1909599341" sldId="286"/>
            <ac:spMk id="3" creationId="{4CC99FDB-902C-40CF-BBCF-1325B20541A7}"/>
          </ac:spMkLst>
        </pc:spChg>
        <pc:picChg chg="add del">
          <ac:chgData name="willy chen" userId="fdf1e92dc7d8fe4b" providerId="LiveId" clId="{F3F74093-0206-4845-89D9-C22FBE26DA3B}" dt="2026-02-26T05:02:04.186" v="736" actId="22"/>
          <ac:picMkLst>
            <pc:docMk/>
            <pc:sldMk cId="1909599341" sldId="286"/>
            <ac:picMk id="6" creationId="{2FFD9E50-7037-495F-954C-35CDC5F0BA8B}"/>
          </ac:picMkLst>
        </pc:picChg>
      </pc:sldChg>
      <pc:sldChg chg="del">
        <pc:chgData name="willy chen" userId="fdf1e92dc7d8fe4b" providerId="LiveId" clId="{F3F74093-0206-4845-89D9-C22FBE26DA3B}" dt="2026-02-26T05:04:17.040" v="751" actId="47"/>
        <pc:sldMkLst>
          <pc:docMk/>
          <pc:sldMk cId="1729695564" sldId="297"/>
        </pc:sldMkLst>
      </pc:sldChg>
      <pc:sldChg chg="modSp mod">
        <pc:chgData name="willy chen" userId="fdf1e92dc7d8fe4b" providerId="LiveId" clId="{F3F74093-0206-4845-89D9-C22FBE26DA3B}" dt="2026-03-11T05:57:27.774" v="1021" actId="5793"/>
        <pc:sldMkLst>
          <pc:docMk/>
          <pc:sldMk cId="0" sldId="298"/>
        </pc:sldMkLst>
        <pc:spChg chg="mod">
          <ac:chgData name="willy chen" userId="fdf1e92dc7d8fe4b" providerId="LiveId" clId="{F3F74093-0206-4845-89D9-C22FBE26DA3B}" dt="2026-03-11T05:57:27.774" v="1021" actId="5793"/>
          <ac:spMkLst>
            <pc:docMk/>
            <pc:sldMk cId="0" sldId="298"/>
            <ac:spMk id="36867" creationId="{507A9A43-3259-4452-BFD1-9C00696FADA4}"/>
          </ac:spMkLst>
        </pc:spChg>
      </pc:sldChg>
      <pc:sldChg chg="modSp mod">
        <pc:chgData name="willy chen" userId="fdf1e92dc7d8fe4b" providerId="LiveId" clId="{F3F74093-0206-4845-89D9-C22FBE26DA3B}" dt="2026-02-26T05:17:05.509" v="820" actId="20577"/>
        <pc:sldMkLst>
          <pc:docMk/>
          <pc:sldMk cId="0" sldId="313"/>
        </pc:sldMkLst>
        <pc:spChg chg="mod">
          <ac:chgData name="willy chen" userId="fdf1e92dc7d8fe4b" providerId="LiveId" clId="{F3F74093-0206-4845-89D9-C22FBE26DA3B}" dt="2026-02-26T05:17:05.509" v="820" actId="20577"/>
          <ac:spMkLst>
            <pc:docMk/>
            <pc:sldMk cId="0" sldId="313"/>
            <ac:spMk id="37891" creationId="{2F493FF6-0FD1-4D7E-A5AB-2CECDE9DAF22}"/>
          </ac:spMkLst>
        </pc:spChg>
      </pc:sldChg>
      <pc:sldChg chg="addSp delSp modSp mod">
        <pc:chgData name="willy chen" userId="fdf1e92dc7d8fe4b" providerId="LiveId" clId="{F3F74093-0206-4845-89D9-C22FBE26DA3B}" dt="2026-03-11T05:57:17.566" v="1018" actId="1076"/>
        <pc:sldMkLst>
          <pc:docMk/>
          <pc:sldMk cId="1054026363" sldId="318"/>
        </pc:sldMkLst>
        <pc:spChg chg="mod">
          <ac:chgData name="willy chen" userId="fdf1e92dc7d8fe4b" providerId="LiveId" clId="{F3F74093-0206-4845-89D9-C22FBE26DA3B}" dt="2026-02-26T05:11:01.698" v="779"/>
          <ac:spMkLst>
            <pc:docMk/>
            <pc:sldMk cId="1054026363" sldId="318"/>
            <ac:spMk id="3" creationId="{00000000-0000-0000-0000-000000000000}"/>
          </ac:spMkLst>
        </pc:spChg>
        <pc:spChg chg="add del">
          <ac:chgData name="willy chen" userId="fdf1e92dc7d8fe4b" providerId="LiveId" clId="{F3F74093-0206-4845-89D9-C22FBE26DA3B}" dt="2026-03-11T05:48:29.436" v="1000"/>
          <ac:spMkLst>
            <pc:docMk/>
            <pc:sldMk cId="1054026363" sldId="318"/>
            <ac:spMk id="5" creationId="{5DE3006A-D2FF-40D5-9354-AA7827FA5110}"/>
          </ac:spMkLst>
        </pc:spChg>
        <pc:spChg chg="add del mod">
          <ac:chgData name="willy chen" userId="fdf1e92dc7d8fe4b" providerId="LiveId" clId="{F3F74093-0206-4845-89D9-C22FBE26DA3B}" dt="2026-03-11T05:48:40.208" v="1004"/>
          <ac:spMkLst>
            <pc:docMk/>
            <pc:sldMk cId="1054026363" sldId="318"/>
            <ac:spMk id="6" creationId="{4B7BE957-7CEA-4018-887A-69D583EBFE1C}"/>
          </ac:spMkLst>
        </pc:spChg>
        <pc:picChg chg="add del">
          <ac:chgData name="willy chen" userId="fdf1e92dc7d8fe4b" providerId="LiveId" clId="{F3F74093-0206-4845-89D9-C22FBE26DA3B}" dt="2026-03-11T05:49:14.922" v="1006" actId="22"/>
          <ac:picMkLst>
            <pc:docMk/>
            <pc:sldMk cId="1054026363" sldId="318"/>
            <ac:picMk id="8" creationId="{648B6973-BEA8-4D0F-9D52-3DE5377EEA2B}"/>
          </ac:picMkLst>
        </pc:picChg>
        <pc:picChg chg="add del mod">
          <ac:chgData name="willy chen" userId="fdf1e92dc7d8fe4b" providerId="LiveId" clId="{F3F74093-0206-4845-89D9-C22FBE26DA3B}" dt="2026-03-11T05:57:11.063" v="1014" actId="478"/>
          <ac:picMkLst>
            <pc:docMk/>
            <pc:sldMk cId="1054026363" sldId="318"/>
            <ac:picMk id="10" creationId="{851BF96D-3983-4442-94C4-62A7D8C80577}"/>
          </ac:picMkLst>
        </pc:picChg>
        <pc:picChg chg="add mod">
          <ac:chgData name="willy chen" userId="fdf1e92dc7d8fe4b" providerId="LiveId" clId="{F3F74093-0206-4845-89D9-C22FBE26DA3B}" dt="2026-03-11T05:57:17.566" v="1018" actId="1076"/>
          <ac:picMkLst>
            <pc:docMk/>
            <pc:sldMk cId="1054026363" sldId="318"/>
            <ac:picMk id="12" creationId="{EC6884E1-6DF4-406D-9A33-55ABD7056537}"/>
          </ac:picMkLst>
        </pc:picChg>
      </pc:sldChg>
      <pc:sldChg chg="ord">
        <pc:chgData name="willy chen" userId="fdf1e92dc7d8fe4b" providerId="LiveId" clId="{F3F74093-0206-4845-89D9-C22FBE26DA3B}" dt="2026-02-26T04:50:57.364" v="538"/>
        <pc:sldMkLst>
          <pc:docMk/>
          <pc:sldMk cId="0" sldId="353"/>
        </pc:sldMkLst>
      </pc:sldChg>
      <pc:sldChg chg="ord">
        <pc:chgData name="willy chen" userId="fdf1e92dc7d8fe4b" providerId="LiveId" clId="{F3F74093-0206-4845-89D9-C22FBE26DA3B}" dt="2026-02-26T04:51:10.054" v="542"/>
        <pc:sldMkLst>
          <pc:docMk/>
          <pc:sldMk cId="0" sldId="355"/>
        </pc:sldMkLst>
      </pc:sldChg>
      <pc:sldChg chg="ord">
        <pc:chgData name="willy chen" userId="fdf1e92dc7d8fe4b" providerId="LiveId" clId="{F3F74093-0206-4845-89D9-C22FBE26DA3B}" dt="2026-02-26T04:51:50.813" v="546"/>
        <pc:sldMkLst>
          <pc:docMk/>
          <pc:sldMk cId="0" sldId="356"/>
        </pc:sldMkLst>
      </pc:sldChg>
      <pc:sldChg chg="ord">
        <pc:chgData name="willy chen" userId="fdf1e92dc7d8fe4b" providerId="LiveId" clId="{F3F74093-0206-4845-89D9-C22FBE26DA3B}" dt="2026-02-24T04:39:51.996" v="149"/>
        <pc:sldMkLst>
          <pc:docMk/>
          <pc:sldMk cId="2475431929" sldId="385"/>
        </pc:sldMkLst>
      </pc:sldChg>
      <pc:sldChg chg="addSp delSp mod">
        <pc:chgData name="willy chen" userId="fdf1e92dc7d8fe4b" providerId="LiveId" clId="{F3F74093-0206-4845-89D9-C22FBE26DA3B}" dt="2026-03-05T04:59:21.082" v="829" actId="22"/>
        <pc:sldMkLst>
          <pc:docMk/>
          <pc:sldMk cId="4279454187" sldId="389"/>
        </pc:sldMkLst>
        <pc:picChg chg="add del">
          <ac:chgData name="willy chen" userId="fdf1e92dc7d8fe4b" providerId="LiveId" clId="{F3F74093-0206-4845-89D9-C22FBE26DA3B}" dt="2026-03-05T04:59:21.082" v="829" actId="22"/>
          <ac:picMkLst>
            <pc:docMk/>
            <pc:sldMk cId="4279454187" sldId="389"/>
            <ac:picMk id="7" creationId="{2B106E7E-6C6F-4682-8496-DD7A02EEDC56}"/>
          </ac:picMkLst>
        </pc:picChg>
      </pc:sldChg>
      <pc:sldChg chg="addSp delSp modSp">
        <pc:chgData name="willy chen" userId="fdf1e92dc7d8fe4b" providerId="LiveId" clId="{F3F74093-0206-4845-89D9-C22FBE26DA3B}" dt="2026-03-09T04:44:49.232" v="995"/>
        <pc:sldMkLst>
          <pc:docMk/>
          <pc:sldMk cId="2036628000" sldId="390"/>
        </pc:sldMkLst>
        <pc:picChg chg="add del mod">
          <ac:chgData name="willy chen" userId="fdf1e92dc7d8fe4b" providerId="LiveId" clId="{F3F74093-0206-4845-89D9-C22FBE26DA3B}" dt="2026-03-09T04:44:49.232" v="995"/>
          <ac:picMkLst>
            <pc:docMk/>
            <pc:sldMk cId="2036628000" sldId="390"/>
            <ac:picMk id="8" creationId="{23385592-4246-487A-9A9B-DEB31B346479}"/>
          </ac:picMkLst>
        </pc:picChg>
      </pc:sldChg>
      <pc:sldChg chg="modSp mod">
        <pc:chgData name="willy chen" userId="fdf1e92dc7d8fe4b" providerId="LiveId" clId="{F3F74093-0206-4845-89D9-C22FBE26DA3B}" dt="2026-02-26T05:00:17.509" v="725" actId="15"/>
        <pc:sldMkLst>
          <pc:docMk/>
          <pc:sldMk cId="1703091839" sldId="391"/>
        </pc:sldMkLst>
        <pc:spChg chg="mod">
          <ac:chgData name="willy chen" userId="fdf1e92dc7d8fe4b" providerId="LiveId" clId="{F3F74093-0206-4845-89D9-C22FBE26DA3B}" dt="2026-02-26T05:00:17.509" v="725" actId="15"/>
          <ac:spMkLst>
            <pc:docMk/>
            <pc:sldMk cId="1703091839" sldId="391"/>
            <ac:spMk id="3" creationId="{8FC362CC-1F80-4C33-7AC6-3404FFB868D2}"/>
          </ac:spMkLst>
        </pc:spChg>
      </pc:sldChg>
      <pc:sldChg chg="del">
        <pc:chgData name="willy chen" userId="fdf1e92dc7d8fe4b" providerId="LiveId" clId="{F3F74093-0206-4845-89D9-C22FBE26DA3B}" dt="2026-02-26T04:53:59.903" v="566" actId="47"/>
        <pc:sldMkLst>
          <pc:docMk/>
          <pc:sldMk cId="1776874363" sldId="392"/>
        </pc:sldMkLst>
      </pc:sldChg>
      <pc:sldChg chg="addSp delSp del mod">
        <pc:chgData name="willy chen" userId="fdf1e92dc7d8fe4b" providerId="LiveId" clId="{F3F74093-0206-4845-89D9-C22FBE26DA3B}" dt="2026-02-26T05:04:18.132" v="752" actId="47"/>
        <pc:sldMkLst>
          <pc:docMk/>
          <pc:sldMk cId="99758553" sldId="393"/>
        </pc:sldMkLst>
        <pc:picChg chg="add del">
          <ac:chgData name="willy chen" userId="fdf1e92dc7d8fe4b" providerId="LiveId" clId="{F3F74093-0206-4845-89D9-C22FBE26DA3B}" dt="2026-02-26T05:01:57.152" v="734" actId="22"/>
          <ac:picMkLst>
            <pc:docMk/>
            <pc:sldMk cId="99758553" sldId="393"/>
            <ac:picMk id="6" creationId="{F28EF06D-EEA9-4D8B-B7C8-3EE486ADE7DA}"/>
          </ac:picMkLst>
        </pc:picChg>
      </pc:sldChg>
      <pc:sldChg chg="addSp delSp modSp add mod ord">
        <pc:chgData name="willy chen" userId="fdf1e92dc7d8fe4b" providerId="LiveId" clId="{F3F74093-0206-4845-89D9-C22FBE26DA3B}" dt="2026-03-05T05:21:32.620" v="991" actId="20578"/>
        <pc:sldMkLst>
          <pc:docMk/>
          <pc:sldMk cId="2136020646" sldId="394"/>
        </pc:sldMkLst>
        <pc:spChg chg="mod">
          <ac:chgData name="willy chen" userId="fdf1e92dc7d8fe4b" providerId="LiveId" clId="{F3F74093-0206-4845-89D9-C22FBE26DA3B}" dt="2026-02-26T05:09:22.244" v="774" actId="207"/>
          <ac:spMkLst>
            <pc:docMk/>
            <pc:sldMk cId="2136020646" sldId="394"/>
            <ac:spMk id="3" creationId="{4CC99FDB-902C-40CF-BBCF-1325B20541A7}"/>
          </ac:spMkLst>
        </pc:spChg>
        <pc:spChg chg="add del">
          <ac:chgData name="willy chen" userId="fdf1e92dc7d8fe4b" providerId="LiveId" clId="{F3F74093-0206-4845-89D9-C22FBE26DA3B}" dt="2026-02-24T04:37:19.046" v="111"/>
          <ac:spMkLst>
            <pc:docMk/>
            <pc:sldMk cId="2136020646" sldId="394"/>
            <ac:spMk id="5" creationId="{BC5DC960-3D35-47E9-BD2A-082DA9A2CB9C}"/>
          </ac:spMkLst>
        </pc:spChg>
      </pc:sldChg>
      <pc:sldChg chg="addSp delSp modSp add mod">
        <pc:chgData name="willy chen" userId="fdf1e92dc7d8fe4b" providerId="LiveId" clId="{F3F74093-0206-4845-89D9-C22FBE26DA3B}" dt="2026-02-26T05:00:34.724" v="726" actId="15"/>
        <pc:sldMkLst>
          <pc:docMk/>
          <pc:sldMk cId="1045608317" sldId="395"/>
        </pc:sldMkLst>
        <pc:spChg chg="mod">
          <ac:chgData name="willy chen" userId="fdf1e92dc7d8fe4b" providerId="LiveId" clId="{F3F74093-0206-4845-89D9-C22FBE26DA3B}" dt="2026-02-26T05:00:34.724" v="726" actId="15"/>
          <ac:spMkLst>
            <pc:docMk/>
            <pc:sldMk cId="1045608317" sldId="395"/>
            <ac:spMk id="3" creationId="{8FC362CC-1F80-4C33-7AC6-3404FFB868D2}"/>
          </ac:spMkLst>
        </pc:spChg>
        <pc:spChg chg="add del">
          <ac:chgData name="willy chen" userId="fdf1e92dc7d8fe4b" providerId="LiveId" clId="{F3F74093-0206-4845-89D9-C22FBE26DA3B}" dt="2026-02-24T04:45:18.701" v="273"/>
          <ac:spMkLst>
            <pc:docMk/>
            <pc:sldMk cId="1045608317" sldId="395"/>
            <ac:spMk id="5" creationId="{E6B7EA31-6DC2-4EA1-AD3A-BD3474E591AC}"/>
          </ac:spMkLst>
        </pc:spChg>
        <pc:spChg chg="add del">
          <ac:chgData name="willy chen" userId="fdf1e92dc7d8fe4b" providerId="LiveId" clId="{F3F74093-0206-4845-89D9-C22FBE26DA3B}" dt="2026-02-24T04:45:24.908" v="275"/>
          <ac:spMkLst>
            <pc:docMk/>
            <pc:sldMk cId="1045608317" sldId="395"/>
            <ac:spMk id="6" creationId="{A0D20291-A27D-46F3-A8A8-E4EBF090CF64}"/>
          </ac:spMkLst>
        </pc:spChg>
        <pc:spChg chg="add del">
          <ac:chgData name="willy chen" userId="fdf1e92dc7d8fe4b" providerId="LiveId" clId="{F3F74093-0206-4845-89D9-C22FBE26DA3B}" dt="2026-02-24T04:45:30.219" v="277"/>
          <ac:spMkLst>
            <pc:docMk/>
            <pc:sldMk cId="1045608317" sldId="395"/>
            <ac:spMk id="7" creationId="{13FB72D7-DBE9-454F-9570-A1961551F0B2}"/>
          </ac:spMkLst>
        </pc:spChg>
        <pc:spChg chg="add del mod">
          <ac:chgData name="willy chen" userId="fdf1e92dc7d8fe4b" providerId="LiveId" clId="{F3F74093-0206-4845-89D9-C22FBE26DA3B}" dt="2026-02-24T04:46:30.107" v="311"/>
          <ac:spMkLst>
            <pc:docMk/>
            <pc:sldMk cId="1045608317" sldId="395"/>
            <ac:spMk id="8" creationId="{C9273EE3-7E89-40C3-978C-7B7A34B83FB4}"/>
          </ac:spMkLst>
        </pc:spChg>
        <pc:spChg chg="add del mod">
          <ac:chgData name="willy chen" userId="fdf1e92dc7d8fe4b" providerId="LiveId" clId="{F3F74093-0206-4845-89D9-C22FBE26DA3B}" dt="2026-02-24T04:45:42.859" v="282"/>
          <ac:spMkLst>
            <pc:docMk/>
            <pc:sldMk cId="1045608317" sldId="395"/>
            <ac:spMk id="9" creationId="{9D8A049B-6A1B-41AE-8F98-C2C4F1DA5159}"/>
          </ac:spMkLst>
        </pc:spChg>
      </pc:sldChg>
      <pc:sldChg chg="addSp delSp modSp add del mod ord">
        <pc:chgData name="willy chen" userId="fdf1e92dc7d8fe4b" providerId="LiveId" clId="{F3F74093-0206-4845-89D9-C22FBE26DA3B}" dt="2026-03-09T05:02:48.377" v="998" actId="20577"/>
        <pc:sldMkLst>
          <pc:docMk/>
          <pc:sldMk cId="3180306504" sldId="396"/>
        </pc:sldMkLst>
        <pc:spChg chg="mod">
          <ac:chgData name="willy chen" userId="fdf1e92dc7d8fe4b" providerId="LiveId" clId="{F3F74093-0206-4845-89D9-C22FBE26DA3B}" dt="2026-03-09T05:02:48.377" v="998" actId="20577"/>
          <ac:spMkLst>
            <pc:docMk/>
            <pc:sldMk cId="3180306504" sldId="396"/>
            <ac:spMk id="3" creationId="{4CC99FDB-902C-40CF-BBCF-1325B20541A7}"/>
          </ac:spMkLst>
        </pc:spChg>
        <pc:spChg chg="add del">
          <ac:chgData name="willy chen" userId="fdf1e92dc7d8fe4b" providerId="LiveId" clId="{F3F74093-0206-4845-89D9-C22FBE26DA3B}" dt="2026-02-26T04:49:57.887" v="531"/>
          <ac:spMkLst>
            <pc:docMk/>
            <pc:sldMk cId="3180306504" sldId="396"/>
            <ac:spMk id="5" creationId="{29FEB55E-56C8-410D-BE34-95BF749C5A7F}"/>
          </ac:spMkLst>
        </pc:spChg>
      </pc:sldChg>
      <pc:sldChg chg="addSp delSp modSp add mod">
        <pc:chgData name="willy chen" userId="fdf1e92dc7d8fe4b" providerId="LiveId" clId="{F3F74093-0206-4845-89D9-C22FBE26DA3B}" dt="2026-02-26T04:56:03.505" v="629" actId="20577"/>
        <pc:sldMkLst>
          <pc:docMk/>
          <pc:sldMk cId="2499722620" sldId="397"/>
        </pc:sldMkLst>
        <pc:spChg chg="mod">
          <ac:chgData name="willy chen" userId="fdf1e92dc7d8fe4b" providerId="LiveId" clId="{F3F74093-0206-4845-89D9-C22FBE26DA3B}" dt="2026-02-26T04:56:03.505" v="629" actId="20577"/>
          <ac:spMkLst>
            <pc:docMk/>
            <pc:sldMk cId="2499722620" sldId="397"/>
            <ac:spMk id="3" creationId="{4CC99FDB-902C-40CF-BBCF-1325B20541A7}"/>
          </ac:spMkLst>
        </pc:spChg>
        <pc:spChg chg="add del">
          <ac:chgData name="willy chen" userId="fdf1e92dc7d8fe4b" providerId="LiveId" clId="{F3F74093-0206-4845-89D9-C22FBE26DA3B}" dt="2026-02-26T04:55:24.109" v="600"/>
          <ac:spMkLst>
            <pc:docMk/>
            <pc:sldMk cId="2499722620" sldId="397"/>
            <ac:spMk id="5" creationId="{32D8FB1D-010B-4B32-80A9-89EB4164353A}"/>
          </ac:spMkLst>
        </pc:spChg>
      </pc:sldChg>
      <pc:sldChg chg="addSp delSp modSp add mod">
        <pc:chgData name="willy chen" userId="fdf1e92dc7d8fe4b" providerId="LiveId" clId="{F3F74093-0206-4845-89D9-C22FBE26DA3B}" dt="2026-02-26T05:07:11.187" v="773" actId="20577"/>
        <pc:sldMkLst>
          <pc:docMk/>
          <pc:sldMk cId="1204966067" sldId="398"/>
        </pc:sldMkLst>
        <pc:spChg chg="mod">
          <ac:chgData name="willy chen" userId="fdf1e92dc7d8fe4b" providerId="LiveId" clId="{F3F74093-0206-4845-89D9-C22FBE26DA3B}" dt="2026-02-26T05:07:11.187" v="773" actId="20577"/>
          <ac:spMkLst>
            <pc:docMk/>
            <pc:sldMk cId="1204966067" sldId="398"/>
            <ac:spMk id="3" creationId="{4CC99FDB-902C-40CF-BBCF-1325B20541A7}"/>
          </ac:spMkLst>
        </pc:spChg>
        <pc:spChg chg="add del">
          <ac:chgData name="willy chen" userId="fdf1e92dc7d8fe4b" providerId="LiveId" clId="{F3F74093-0206-4845-89D9-C22FBE26DA3B}" dt="2026-02-26T04:58:27.258" v="677"/>
          <ac:spMkLst>
            <pc:docMk/>
            <pc:sldMk cId="1204966067" sldId="398"/>
            <ac:spMk id="5" creationId="{F23BD104-CDC5-4F4C-AAD2-DA9A5E0B37CA}"/>
          </ac:spMkLst>
        </pc:spChg>
      </pc:sldChg>
      <pc:sldChg chg="modSp add mod">
        <pc:chgData name="willy chen" userId="fdf1e92dc7d8fe4b" providerId="LiveId" clId="{F3F74093-0206-4845-89D9-C22FBE26DA3B}" dt="2026-02-26T05:00:55.029" v="728" actId="5793"/>
        <pc:sldMkLst>
          <pc:docMk/>
          <pc:sldMk cId="3368437004" sldId="399"/>
        </pc:sldMkLst>
        <pc:spChg chg="mod">
          <ac:chgData name="willy chen" userId="fdf1e92dc7d8fe4b" providerId="LiveId" clId="{F3F74093-0206-4845-89D9-C22FBE26DA3B}" dt="2026-02-26T05:00:55.029" v="728" actId="5793"/>
          <ac:spMkLst>
            <pc:docMk/>
            <pc:sldMk cId="3368437004" sldId="399"/>
            <ac:spMk id="3" creationId="{4CC99FDB-902C-40CF-BBCF-1325B20541A7}"/>
          </ac:spMkLst>
        </pc:spChg>
      </pc:sldChg>
      <pc:sldChg chg="add del">
        <pc:chgData name="willy chen" userId="fdf1e92dc7d8fe4b" providerId="LiveId" clId="{F3F74093-0206-4845-89D9-C22FBE26DA3B}" dt="2026-02-26T05:01:35.327" v="732"/>
        <pc:sldMkLst>
          <pc:docMk/>
          <pc:sldMk cId="633229759" sldId="400"/>
        </pc:sldMkLst>
      </pc:sldChg>
      <pc:sldChg chg="addSp delSp modSp add mod">
        <pc:chgData name="willy chen" userId="fdf1e92dc7d8fe4b" providerId="LiveId" clId="{F3F74093-0206-4845-89D9-C22FBE26DA3B}" dt="2026-03-05T04:56:54.265" v="827" actId="22"/>
        <pc:sldMkLst>
          <pc:docMk/>
          <pc:sldMk cId="3285001918" sldId="400"/>
        </pc:sldMkLst>
        <pc:spChg chg="mod">
          <ac:chgData name="willy chen" userId="fdf1e92dc7d8fe4b" providerId="LiveId" clId="{F3F74093-0206-4845-89D9-C22FBE26DA3B}" dt="2026-02-26T05:02:20.062" v="738"/>
          <ac:spMkLst>
            <pc:docMk/>
            <pc:sldMk cId="3285001918" sldId="400"/>
            <ac:spMk id="2" creationId="{ECF82D2B-3C29-40C7-AB3C-D65D9EFC02BD}"/>
          </ac:spMkLst>
        </pc:spChg>
        <pc:spChg chg="mod">
          <ac:chgData name="willy chen" userId="fdf1e92dc7d8fe4b" providerId="LiveId" clId="{F3F74093-0206-4845-89D9-C22FBE26DA3B}" dt="2026-02-26T05:02:26.048" v="740" actId="20577"/>
          <ac:spMkLst>
            <pc:docMk/>
            <pc:sldMk cId="3285001918" sldId="400"/>
            <ac:spMk id="3" creationId="{4CC99FDB-902C-40CF-BBCF-1325B20541A7}"/>
          </ac:spMkLst>
        </pc:spChg>
        <pc:picChg chg="add del">
          <ac:chgData name="willy chen" userId="fdf1e92dc7d8fe4b" providerId="LiveId" clId="{F3F74093-0206-4845-89D9-C22FBE26DA3B}" dt="2026-03-05T04:47:23.931" v="825" actId="22"/>
          <ac:picMkLst>
            <pc:docMk/>
            <pc:sldMk cId="3285001918" sldId="400"/>
            <ac:picMk id="6" creationId="{90061402-499B-4734-B4F5-FE8082E5927C}"/>
          </ac:picMkLst>
        </pc:picChg>
        <pc:picChg chg="add del">
          <ac:chgData name="willy chen" userId="fdf1e92dc7d8fe4b" providerId="LiveId" clId="{F3F74093-0206-4845-89D9-C22FBE26DA3B}" dt="2026-03-05T04:56:54.265" v="827" actId="22"/>
          <ac:picMkLst>
            <pc:docMk/>
            <pc:sldMk cId="3285001918" sldId="400"/>
            <ac:picMk id="8" creationId="{306CE7E2-CA01-42E7-B966-E0C77F03BA70}"/>
          </ac:picMkLst>
        </pc:picChg>
      </pc:sldChg>
      <pc:sldChg chg="modSp add mod">
        <pc:chgData name="willy chen" userId="fdf1e92dc7d8fe4b" providerId="LiveId" clId="{F3F74093-0206-4845-89D9-C22FBE26DA3B}" dt="2026-02-26T05:04:24.760" v="754" actId="20577"/>
        <pc:sldMkLst>
          <pc:docMk/>
          <pc:sldMk cId="1744544906" sldId="401"/>
        </pc:sldMkLst>
        <pc:spChg chg="mod">
          <ac:chgData name="willy chen" userId="fdf1e92dc7d8fe4b" providerId="LiveId" clId="{F3F74093-0206-4845-89D9-C22FBE26DA3B}" dt="2026-02-26T05:04:24.760" v="754" actId="20577"/>
          <ac:spMkLst>
            <pc:docMk/>
            <pc:sldMk cId="1744544906" sldId="401"/>
            <ac:spMk id="2" creationId="{ECF82D2B-3C29-40C7-AB3C-D65D9EFC02BD}"/>
          </ac:spMkLst>
        </pc:spChg>
        <pc:spChg chg="mod">
          <ac:chgData name="willy chen" userId="fdf1e92dc7d8fe4b" providerId="LiveId" clId="{F3F74093-0206-4845-89D9-C22FBE26DA3B}" dt="2026-02-26T05:02:56.167" v="745"/>
          <ac:spMkLst>
            <pc:docMk/>
            <pc:sldMk cId="1744544906" sldId="401"/>
            <ac:spMk id="3" creationId="{4CC99FDB-902C-40CF-BBCF-1325B20541A7}"/>
          </ac:spMkLst>
        </pc:spChg>
      </pc:sldChg>
      <pc:sldChg chg="add del">
        <pc:chgData name="willy chen" userId="fdf1e92dc7d8fe4b" providerId="LiveId" clId="{F3F74093-0206-4845-89D9-C22FBE26DA3B}" dt="2026-02-26T05:01:35.327" v="732"/>
        <pc:sldMkLst>
          <pc:docMk/>
          <pc:sldMk cId="2986179333" sldId="401"/>
        </pc:sldMkLst>
      </pc:sldChg>
      <pc:sldChg chg="add del">
        <pc:chgData name="willy chen" userId="fdf1e92dc7d8fe4b" providerId="LiveId" clId="{F3F74093-0206-4845-89D9-C22FBE26DA3B}" dt="2026-02-26T05:01:35.327" v="732"/>
        <pc:sldMkLst>
          <pc:docMk/>
          <pc:sldMk cId="950757050" sldId="402"/>
        </pc:sldMkLst>
      </pc:sldChg>
      <pc:sldChg chg="modSp add mod">
        <pc:chgData name="willy chen" userId="fdf1e92dc7d8fe4b" providerId="LiveId" clId="{F3F74093-0206-4845-89D9-C22FBE26DA3B}" dt="2026-02-26T05:04:29.930" v="758" actId="20577"/>
        <pc:sldMkLst>
          <pc:docMk/>
          <pc:sldMk cId="3821122449" sldId="402"/>
        </pc:sldMkLst>
        <pc:spChg chg="mod">
          <ac:chgData name="willy chen" userId="fdf1e92dc7d8fe4b" providerId="LiveId" clId="{F3F74093-0206-4845-89D9-C22FBE26DA3B}" dt="2026-02-26T05:04:29.930" v="758" actId="20577"/>
          <ac:spMkLst>
            <pc:docMk/>
            <pc:sldMk cId="3821122449" sldId="402"/>
            <ac:spMk id="2" creationId="{ECF82D2B-3C29-40C7-AB3C-D65D9EFC02BD}"/>
          </ac:spMkLst>
        </pc:spChg>
        <pc:spChg chg="mod">
          <ac:chgData name="willy chen" userId="fdf1e92dc7d8fe4b" providerId="LiveId" clId="{F3F74093-0206-4845-89D9-C22FBE26DA3B}" dt="2026-02-26T05:03:37.492" v="749" actId="20577"/>
          <ac:spMkLst>
            <pc:docMk/>
            <pc:sldMk cId="3821122449" sldId="402"/>
            <ac:spMk id="3" creationId="{4CC99FDB-902C-40CF-BBCF-1325B20541A7}"/>
          </ac:spMkLst>
        </pc:spChg>
      </pc:sldChg>
      <pc:sldChg chg="modSp add mod">
        <pc:chgData name="willy chen" userId="fdf1e92dc7d8fe4b" providerId="LiveId" clId="{F3F74093-0206-4845-89D9-C22FBE26DA3B}" dt="2026-02-26T05:04:33.600" v="762" actId="20577"/>
        <pc:sldMkLst>
          <pc:docMk/>
          <pc:sldMk cId="1069043358" sldId="403"/>
        </pc:sldMkLst>
        <pc:spChg chg="mod">
          <ac:chgData name="willy chen" userId="fdf1e92dc7d8fe4b" providerId="LiveId" clId="{F3F74093-0206-4845-89D9-C22FBE26DA3B}" dt="2026-02-26T05:04:33.600" v="762" actId="20577"/>
          <ac:spMkLst>
            <pc:docMk/>
            <pc:sldMk cId="1069043358" sldId="403"/>
            <ac:spMk id="2" creationId="{ECF82D2B-3C29-40C7-AB3C-D65D9EFC02BD}"/>
          </ac:spMkLst>
        </pc:spChg>
        <pc:spChg chg="mod">
          <ac:chgData name="willy chen" userId="fdf1e92dc7d8fe4b" providerId="LiveId" clId="{F3F74093-0206-4845-89D9-C22FBE26DA3B}" dt="2026-02-26T05:03:54.780" v="750"/>
          <ac:spMkLst>
            <pc:docMk/>
            <pc:sldMk cId="1069043358" sldId="403"/>
            <ac:spMk id="3" creationId="{4CC99FDB-902C-40CF-BBCF-1325B20541A7}"/>
          </ac:spMkLst>
        </pc:spChg>
      </pc:sldChg>
      <pc:sldChg chg="add del">
        <pc:chgData name="willy chen" userId="fdf1e92dc7d8fe4b" providerId="LiveId" clId="{F3F74093-0206-4845-89D9-C22FBE26DA3B}" dt="2026-02-26T05:01:35.327" v="732"/>
        <pc:sldMkLst>
          <pc:docMk/>
          <pc:sldMk cId="3860314613" sldId="4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04A30-2185-4932-8795-B92A06323849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BDE0D-2C90-45C2-9FBA-A9746B69A2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47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影像版面配置區 1">
            <a:extLst>
              <a:ext uri="{FF2B5EF4-FFF2-40B4-BE49-F238E27FC236}">
                <a16:creationId xmlns:a16="http://schemas.microsoft.com/office/drawing/2014/main" id="{262AE89F-CBA8-4785-BEF1-EF4DC2455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備忘稿版面配置區 2">
            <a:extLst>
              <a:ext uri="{FF2B5EF4-FFF2-40B4-BE49-F238E27FC236}">
                <a16:creationId xmlns:a16="http://schemas.microsoft.com/office/drawing/2014/main" id="{F10C4C24-C099-44BB-9F8C-73802DAC1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8132" name="投影片編號版面配置區 3">
            <a:extLst>
              <a:ext uri="{FF2B5EF4-FFF2-40B4-BE49-F238E27FC236}">
                <a16:creationId xmlns:a16="http://schemas.microsoft.com/office/drawing/2014/main" id="{A7B4ACD7-148E-409A-930D-11E3CD831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D301827-7403-46C3-B0E8-1B4E25457C18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78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CC4854B-E2E9-4B0A-AE4E-93B58DCAEBC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1A56725-745D-42D2-9E04-E0E2D4079D0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zh-TW" altLang="zh-TW" sz="2400">
                <a:latin typeface="Times New Roman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B1AB652-6F56-4B30-9F9D-FAA6086ED65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2400">
                <a:latin typeface="Times New Roman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A2115A17-0CBE-4D39-8D0D-A42F033C07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E761051E-BBBB-4979-B954-E6D73473D6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0BB798DB-BB5A-40A2-8918-2528BB5D40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173DBC74-6C82-4C0E-8B66-D3B7B7145E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7E92211-AA38-4496-A84A-B4FBA39713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E81922A-6300-4270-827E-AA5424ECD8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8105296-3218-4E4E-BE9A-1CDE41DC21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C630D37-69A8-458F-B5F2-E43BBCDD0B8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FCCBDC52-A3D5-4FCD-84CA-DBE4B9FEEF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A7FBB1B7-5583-40A5-83EB-B77B493C0E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F21770A3-B6C6-48CB-B92E-825DE97B5C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kumimoji="0" lang="zh-TW" altLang="zh-TW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12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12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5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EEE39C51-2D9A-446F-92AC-9357AAA6C3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89D375B-FB0D-4A03-B09D-439A06AE4CD8}" type="datetime1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17CC2D79-6433-46AD-A130-2413655D36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B121B166-0424-4CCB-ADB9-A0DC23C305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75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55BF27-8545-47DB-8D34-E1517035FE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19980F1-D575-4BE4-BEAF-97C1775269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D21C011-D842-4754-A495-3EF78EB2192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4E29AD-107F-40C0-9713-3DA8C29D3369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88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5D5571C-F898-4F26-9783-B1F549CDF3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D5D7646-6BB5-4C0A-B346-00110CF945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866EC037-8600-47F9-BAA7-8CA8B3316BC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BC7ED-274B-4F60-8040-BC4C69417317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13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598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598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BC6A6C-1035-417F-A71C-E67B67163D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1CFD7C-B47D-4943-9210-C67AACAF36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0C9E2B7-D3A4-4986-958B-35581304CF5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5E729B-C1B8-4686-AA42-2300AFBCA880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67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8952038-26DA-4C29-B9FA-74172F4F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B5AD45B-19A4-494B-8E52-F95739EF3E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175E48D-0A20-496E-95DD-DBF3602478F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681B80-88C6-41D6-BB13-81D82D0997F0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4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B242EB-41BA-43B3-9939-D1B16CD750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86C7F7-6AD4-4656-AD25-2EDC7F92D1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5C15EC8-765C-4474-9EB3-3EC74E1886E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0655FF-9DFE-4FF8-8364-012DD2E04113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43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DB65F23-FA5C-4AA5-AA8A-F298FD3584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CD3AD0-EEF5-4131-8068-F441FC398C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7026443-FFAE-4030-919D-5E2EE4F6245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9996C7-6BCE-49DD-B978-4BD8ED8D8C1F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572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91AC4B-E7FA-4E21-96FE-D5EE196761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C49A2F6-1E72-4255-AD36-998366E18A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5FAFEE9-E72B-45EF-B9D3-B81FD90C680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D5CBAD-F468-4B1D-A25F-94DCB560BFDE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192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3C4DFF-1C1D-4EBB-A345-77AD29ED07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F5422E-F79E-4FDB-9B1F-C86DD46747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D7FF5B7-D327-4441-A164-CE0CC14BEFC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D2A059-8752-4774-ACF8-C280B700D28E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57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B2526A-F2D3-4B0B-A843-C80FC03CBE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B356FB-9B2D-490B-83BA-73100C911F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E314275-A673-4D29-BEAE-7DD796BC21D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7629B8-A89C-4610-B9D7-27DC39EE1616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74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CD7BB2-74B1-4F5F-BD67-F240C95010A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1BD60D-8444-4B8D-B6D0-94D7C5670C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EBC14C0-A1E6-4F96-B9E3-D31FABB5267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BA108-7A59-443C-8FFF-372B83E74650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23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2A24F28-445B-4B0A-B603-41FFEBAEAA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Arial" charset="0"/>
                <a:ea typeface="新細明體" pitchFamily="18" charset="-120"/>
              </a:defRPr>
            </a:lvl1pPr>
          </a:lstStyle>
          <a:p>
            <a:endParaRPr lang="zh-TW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ECDD3FD-085F-4DF9-9765-4CE903E6BA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Arial Black" panose="020B0A04020102020204" pitchFamily="34" charset="0"/>
              </a:defRPr>
            </a:lvl1pPr>
          </a:lstStyle>
          <a:p>
            <a:fld id="{224A732B-4120-4015-8395-334063D92438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E5574CEB-8C02-4500-8A43-08F62F08AF1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F73F8486-7879-4683-9D9E-88E047FB8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zh-TW" altLang="zh-TW" sz="2400"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910C4D16-9604-42E2-AD73-0DB1210E9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2400"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2A7F5EDC-76EC-439E-BC87-5B9D5FE8A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0E95BEC0-C6E4-4CF1-A6D0-18B5281DD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8DFFBAE1-FD6A-4480-9E78-E01400A92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61878BBA-003A-4452-ABF3-943300F10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088DD715-81B5-4AA7-A29D-C8E0C6DD4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2400"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4BD6FE39-2B61-481C-8E70-6EABE675F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B937BB03-87FF-4315-BCCF-3F8F828BA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kumimoji="0" lang="zh-TW" altLang="zh-TW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4FCE9859-36E1-4530-9CF4-E28A9A63B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1"/>
            <a:ext cx="1097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23FDFF49-3919-4B7F-84AF-C46DD73C1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59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1F5B3EAF-395A-4EA3-B3E8-3F10A40409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Arial" charset="0"/>
                <a:ea typeface="新細明體" pitchFamily="18" charset="-120"/>
              </a:defRPr>
            </a:lvl1pPr>
          </a:lstStyle>
          <a:p>
            <a:fld id="{975F2B52-ACD3-435B-B2ED-AF60AA0B1707}" type="datetime1">
              <a:rPr lang="zh-TW" altLang="en-US" smtClean="0"/>
              <a:t>2026/3/11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24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A0AA0D-7B6E-4334-8BBA-5674F2F991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#1:</a:t>
            </a:r>
            <a:br>
              <a:rPr lang="en-US" altLang="zh-TW" dirty="0"/>
            </a:br>
            <a:r>
              <a:rPr lang="en-US" altLang="zh-TW" sz="2400" dirty="0"/>
              <a:t>Disk IO Performance under Sequential and Random Workloads by Using System Call, C Library and MMAP Interfaces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39D0014-FEF7-4773-9FF4-DF784EF5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6D6DC73-CEC4-434D-BFC6-CB01CB2BF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600"/>
              <a:t>File Input / Output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446937-9AA1-456B-A029-BC2612C3B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Read Operation</a:t>
            </a:r>
          </a:p>
        </p:txBody>
      </p:sp>
      <p:sp>
        <p:nvSpPr>
          <p:cNvPr id="2" name="流程圖: 磁碟 1">
            <a:extLst>
              <a:ext uri="{FF2B5EF4-FFF2-40B4-BE49-F238E27FC236}">
                <a16:creationId xmlns:a16="http://schemas.microsoft.com/office/drawing/2014/main" id="{F0C3C581-F6FB-4784-8500-DD002E9A3175}"/>
              </a:ext>
            </a:extLst>
          </p:cNvPr>
          <p:cNvSpPr/>
          <p:nvPr/>
        </p:nvSpPr>
        <p:spPr>
          <a:xfrm>
            <a:off x="5448300" y="5661026"/>
            <a:ext cx="1295400" cy="1019175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HDD</a:t>
            </a:r>
            <a:endParaRPr lang="zh-TW" altLang="en-US" dirty="0"/>
          </a:p>
        </p:txBody>
      </p:sp>
      <p:sp>
        <p:nvSpPr>
          <p:cNvPr id="3" name="流程圖: 替代程序 2">
            <a:extLst>
              <a:ext uri="{FF2B5EF4-FFF2-40B4-BE49-F238E27FC236}">
                <a16:creationId xmlns:a16="http://schemas.microsoft.com/office/drawing/2014/main" id="{17C9EC04-00B9-4E5A-BEA6-7798E0F26116}"/>
              </a:ext>
            </a:extLst>
          </p:cNvPr>
          <p:cNvSpPr/>
          <p:nvPr/>
        </p:nvSpPr>
        <p:spPr>
          <a:xfrm>
            <a:off x="3611564" y="4530725"/>
            <a:ext cx="4968875" cy="73025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Page Cache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760509F-2AA7-47E2-8D96-F2B5B765F117}"/>
              </a:ext>
            </a:extLst>
          </p:cNvPr>
          <p:cNvCxnSpPr/>
          <p:nvPr/>
        </p:nvCxnSpPr>
        <p:spPr>
          <a:xfrm>
            <a:off x="1919288" y="4149725"/>
            <a:ext cx="807561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23" name="文字方塊 5">
            <a:extLst>
              <a:ext uri="{FF2B5EF4-FFF2-40B4-BE49-F238E27FC236}">
                <a16:creationId xmlns:a16="http://schemas.microsoft.com/office/drawing/2014/main" id="{21C2D69D-988B-4C80-92C2-5BF4956D3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989" y="4572001"/>
            <a:ext cx="1152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Kernel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</a:t>
            </a:r>
            <a:endParaRPr lang="zh-TW" altLang="en-US" sz="1800"/>
          </a:p>
        </p:txBody>
      </p:sp>
      <p:sp>
        <p:nvSpPr>
          <p:cNvPr id="9224" name="文字方塊 9">
            <a:extLst>
              <a:ext uri="{FF2B5EF4-FFF2-40B4-BE49-F238E27FC236}">
                <a16:creationId xmlns:a16="http://schemas.microsoft.com/office/drawing/2014/main" id="{A53B1DA6-A9DE-4840-A5D2-6989F8CFF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989" y="2546351"/>
            <a:ext cx="1152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</a:t>
            </a:r>
            <a:endParaRPr lang="zh-TW" altLang="en-US" sz="1800"/>
          </a:p>
        </p:txBody>
      </p:sp>
      <p:sp>
        <p:nvSpPr>
          <p:cNvPr id="7" name="流程圖: 文件 6">
            <a:extLst>
              <a:ext uri="{FF2B5EF4-FFF2-40B4-BE49-F238E27FC236}">
                <a16:creationId xmlns:a16="http://schemas.microsoft.com/office/drawing/2014/main" id="{38E2F050-22FF-462E-804B-40B35722EFEC}"/>
              </a:ext>
            </a:extLst>
          </p:cNvPr>
          <p:cNvSpPr/>
          <p:nvPr/>
        </p:nvSpPr>
        <p:spPr>
          <a:xfrm>
            <a:off x="4865689" y="1562101"/>
            <a:ext cx="2460625" cy="2443163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TW" dirty="0"/>
              <a:t>int main()</a:t>
            </a:r>
          </a:p>
          <a:p>
            <a:pPr>
              <a:defRPr/>
            </a:pPr>
            <a:r>
              <a:rPr lang="en-US" altLang="zh-TW" dirty="0"/>
              <a:t>{</a:t>
            </a:r>
          </a:p>
          <a:p>
            <a:pPr>
              <a:defRPr/>
            </a:pPr>
            <a:r>
              <a:rPr lang="en-US" altLang="zh-TW" dirty="0"/>
              <a:t>…</a:t>
            </a:r>
          </a:p>
          <a:p>
            <a:pPr>
              <a:defRPr/>
            </a:pPr>
            <a:r>
              <a:rPr lang="en-US" altLang="zh-TW" dirty="0"/>
              <a:t>read(</a:t>
            </a:r>
            <a:r>
              <a:rPr lang="en-US" altLang="zh-TW" dirty="0" err="1"/>
              <a:t>fd</a:t>
            </a:r>
            <a:r>
              <a:rPr lang="en-US" altLang="zh-TW" dirty="0"/>
              <a:t>, buffer, 4096);</a:t>
            </a:r>
          </a:p>
          <a:p>
            <a:pPr>
              <a:defRPr/>
            </a:pPr>
            <a:r>
              <a:rPr lang="en-US" altLang="zh-TW" dirty="0"/>
              <a:t>…</a:t>
            </a:r>
          </a:p>
          <a:p>
            <a:pPr>
              <a:defRPr/>
            </a:pPr>
            <a:r>
              <a:rPr lang="en-US" altLang="zh-TW" dirty="0"/>
              <a:t>return 0;</a:t>
            </a:r>
          </a:p>
          <a:p>
            <a:pPr>
              <a:defRPr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9" name="流程圖: 多重文件 8">
            <a:extLst>
              <a:ext uri="{FF2B5EF4-FFF2-40B4-BE49-F238E27FC236}">
                <a16:creationId xmlns:a16="http://schemas.microsoft.com/office/drawing/2014/main" id="{DB4CE5CE-7342-4CE3-AB81-51AF96BAF8A3}"/>
              </a:ext>
            </a:extLst>
          </p:cNvPr>
          <p:cNvSpPr/>
          <p:nvPr/>
        </p:nvSpPr>
        <p:spPr>
          <a:xfrm>
            <a:off x="5708650" y="5854700"/>
            <a:ext cx="863600" cy="503238"/>
          </a:xfrm>
          <a:prstGeom prst="flowChartMultidocument">
            <a:avLst/>
          </a:prstGeom>
          <a:solidFill>
            <a:srgbClr val="92D050"/>
          </a:solidFill>
          <a:ln>
            <a:solidFill>
              <a:schemeClr val="accent3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zh-TW" dirty="0"/>
              <a:t>block</a:t>
            </a:r>
            <a:endParaRPr lang="zh-TW" altLang="en-US" dirty="0"/>
          </a:p>
        </p:txBody>
      </p:sp>
      <p:sp>
        <p:nvSpPr>
          <p:cNvPr id="9227" name="文字方塊 14">
            <a:extLst>
              <a:ext uri="{FF2B5EF4-FFF2-40B4-BE49-F238E27FC236}">
                <a16:creationId xmlns:a16="http://schemas.microsoft.com/office/drawing/2014/main" id="{0D9CCCEC-38AB-49A0-AA80-64701547D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1187450"/>
            <a:ext cx="142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Process A</a:t>
            </a:r>
            <a:endParaRPr lang="zh-TW" altLang="en-US" sz="180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0A61900-941A-41DD-9C54-597743D91CB5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7326313" y="2603500"/>
            <a:ext cx="354012" cy="12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8F580D-9715-4B2B-94C4-35965654E0E0}"/>
              </a:ext>
            </a:extLst>
          </p:cNvPr>
          <p:cNvCxnSpPr>
            <a:cxnSpLocks/>
          </p:cNvCxnSpPr>
          <p:nvPr/>
        </p:nvCxnSpPr>
        <p:spPr>
          <a:xfrm>
            <a:off x="7680325" y="2603501"/>
            <a:ext cx="0" cy="17621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3B6DE4B1-7AEC-4ECD-B5A1-FB27F9D03DBE}"/>
              </a:ext>
            </a:extLst>
          </p:cNvPr>
          <p:cNvSpPr/>
          <p:nvPr/>
        </p:nvSpPr>
        <p:spPr>
          <a:xfrm>
            <a:off x="4649789" y="2430464"/>
            <a:ext cx="2676525" cy="3698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1" name="流程圖: 文件 30">
            <a:extLst>
              <a:ext uri="{FF2B5EF4-FFF2-40B4-BE49-F238E27FC236}">
                <a16:creationId xmlns:a16="http://schemas.microsoft.com/office/drawing/2014/main" id="{FF7CB084-57D7-4CFE-AE27-DCFCF962E599}"/>
              </a:ext>
            </a:extLst>
          </p:cNvPr>
          <p:cNvSpPr/>
          <p:nvPr/>
        </p:nvSpPr>
        <p:spPr>
          <a:xfrm>
            <a:off x="7672389" y="4378326"/>
            <a:ext cx="865187" cy="504825"/>
          </a:xfrm>
          <a:prstGeom prst="flowChartDocument">
            <a:avLst/>
          </a:prstGeom>
          <a:solidFill>
            <a:srgbClr val="92D050"/>
          </a:solidFill>
          <a:ln>
            <a:solidFill>
              <a:schemeClr val="accent3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9232" name="投影片編號版面配置區 3">
            <a:extLst>
              <a:ext uri="{FF2B5EF4-FFF2-40B4-BE49-F238E27FC236}">
                <a16:creationId xmlns:a16="http://schemas.microsoft.com/office/drawing/2014/main" id="{56CC8A7A-EEA1-4B97-BFB8-32C0223DFB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F630F2-B46D-4800-A5EC-88569A11307F}" type="slidenum">
              <a:rPr kumimoji="0" lang="en-US" altLang="zh-TW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0.16059 -0.1803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-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48148E-6 L -0.13299 -0.2937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49" y="-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25" grpId="0" animBg="1"/>
      <p:bldP spid="31" grpId="0" animBg="1"/>
      <p:bldP spid="3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6CEB9A-CF89-41BC-B04D-6A55751CC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600"/>
              <a:t>File Input / Output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C022EC8-4C9E-4F2F-A391-AF73F9254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Write Operation</a:t>
            </a:r>
          </a:p>
        </p:txBody>
      </p:sp>
      <p:sp>
        <p:nvSpPr>
          <p:cNvPr id="2" name="流程圖: 磁碟 1">
            <a:extLst>
              <a:ext uri="{FF2B5EF4-FFF2-40B4-BE49-F238E27FC236}">
                <a16:creationId xmlns:a16="http://schemas.microsoft.com/office/drawing/2014/main" id="{98899BF2-9071-4C4D-9591-A63CB4674DBB}"/>
              </a:ext>
            </a:extLst>
          </p:cNvPr>
          <p:cNvSpPr/>
          <p:nvPr/>
        </p:nvSpPr>
        <p:spPr>
          <a:xfrm>
            <a:off x="5448300" y="5661026"/>
            <a:ext cx="1295400" cy="1019175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HDD</a:t>
            </a:r>
            <a:endParaRPr lang="zh-TW" altLang="en-US" dirty="0"/>
          </a:p>
        </p:txBody>
      </p:sp>
      <p:sp>
        <p:nvSpPr>
          <p:cNvPr id="3" name="流程圖: 替代程序 2">
            <a:extLst>
              <a:ext uri="{FF2B5EF4-FFF2-40B4-BE49-F238E27FC236}">
                <a16:creationId xmlns:a16="http://schemas.microsoft.com/office/drawing/2014/main" id="{4C0B71AF-83A6-4D5D-955F-A66C8B9F8C9C}"/>
              </a:ext>
            </a:extLst>
          </p:cNvPr>
          <p:cNvSpPr/>
          <p:nvPr/>
        </p:nvSpPr>
        <p:spPr>
          <a:xfrm>
            <a:off x="3611564" y="4530725"/>
            <a:ext cx="4968875" cy="73025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Page Cache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F3A1852-A0A8-464C-9FA2-E9245BB1DE98}"/>
              </a:ext>
            </a:extLst>
          </p:cNvPr>
          <p:cNvCxnSpPr/>
          <p:nvPr/>
        </p:nvCxnSpPr>
        <p:spPr>
          <a:xfrm>
            <a:off x="1919288" y="4149725"/>
            <a:ext cx="807561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47" name="文字方塊 5">
            <a:extLst>
              <a:ext uri="{FF2B5EF4-FFF2-40B4-BE49-F238E27FC236}">
                <a16:creationId xmlns:a16="http://schemas.microsoft.com/office/drawing/2014/main" id="{F503BD70-28A1-44F1-9E18-453467513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989" y="4572001"/>
            <a:ext cx="1152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Kernel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</a:t>
            </a:r>
            <a:endParaRPr lang="zh-TW" altLang="en-US" sz="1800"/>
          </a:p>
        </p:txBody>
      </p:sp>
      <p:sp>
        <p:nvSpPr>
          <p:cNvPr id="10248" name="文字方塊 9">
            <a:extLst>
              <a:ext uri="{FF2B5EF4-FFF2-40B4-BE49-F238E27FC236}">
                <a16:creationId xmlns:a16="http://schemas.microsoft.com/office/drawing/2014/main" id="{8D961361-20FD-45E0-B27F-AA8E90BA6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989" y="2546351"/>
            <a:ext cx="1152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</a:t>
            </a:r>
            <a:endParaRPr lang="zh-TW" altLang="en-US" sz="1800"/>
          </a:p>
        </p:txBody>
      </p:sp>
      <p:sp>
        <p:nvSpPr>
          <p:cNvPr id="7" name="流程圖: 文件 6">
            <a:extLst>
              <a:ext uri="{FF2B5EF4-FFF2-40B4-BE49-F238E27FC236}">
                <a16:creationId xmlns:a16="http://schemas.microsoft.com/office/drawing/2014/main" id="{A72C09B7-EE59-4937-A17A-82A03D80674C}"/>
              </a:ext>
            </a:extLst>
          </p:cNvPr>
          <p:cNvSpPr/>
          <p:nvPr/>
        </p:nvSpPr>
        <p:spPr>
          <a:xfrm>
            <a:off x="4881564" y="1562101"/>
            <a:ext cx="2428875" cy="2443163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TW" dirty="0"/>
              <a:t>int main()</a:t>
            </a:r>
          </a:p>
          <a:p>
            <a:pPr>
              <a:defRPr/>
            </a:pPr>
            <a:r>
              <a:rPr lang="en-US" altLang="zh-TW" dirty="0"/>
              <a:t>{</a:t>
            </a:r>
          </a:p>
          <a:p>
            <a:pPr>
              <a:defRPr/>
            </a:pPr>
            <a:r>
              <a:rPr lang="en-US" altLang="zh-TW" dirty="0"/>
              <a:t>…</a:t>
            </a:r>
          </a:p>
          <a:p>
            <a:pPr>
              <a:defRPr/>
            </a:pPr>
            <a:r>
              <a:rPr lang="en-US" altLang="zh-TW" dirty="0"/>
              <a:t>write(</a:t>
            </a:r>
            <a:r>
              <a:rPr lang="en-US" altLang="zh-TW" dirty="0" err="1"/>
              <a:t>fd</a:t>
            </a:r>
            <a:r>
              <a:rPr lang="en-US" altLang="zh-TW" dirty="0"/>
              <a:t>, data, 4096);</a:t>
            </a:r>
          </a:p>
          <a:p>
            <a:pPr>
              <a:defRPr/>
            </a:pPr>
            <a:r>
              <a:rPr lang="en-US" altLang="zh-TW" dirty="0"/>
              <a:t>…</a:t>
            </a:r>
          </a:p>
          <a:p>
            <a:pPr>
              <a:defRPr/>
            </a:pPr>
            <a:r>
              <a:rPr lang="en-US" altLang="zh-TW" dirty="0"/>
              <a:t>close(</a:t>
            </a:r>
            <a:r>
              <a:rPr lang="en-US" altLang="zh-TW" dirty="0" err="1"/>
              <a:t>fd</a:t>
            </a:r>
            <a:r>
              <a:rPr lang="en-US" altLang="zh-TW" dirty="0"/>
              <a:t>);</a:t>
            </a:r>
          </a:p>
          <a:p>
            <a:pPr>
              <a:defRPr/>
            </a:pPr>
            <a:r>
              <a:rPr lang="en-US" altLang="zh-TW" dirty="0"/>
              <a:t>return 0;</a:t>
            </a:r>
          </a:p>
          <a:p>
            <a:pPr>
              <a:defRPr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10250" name="文字方塊 14">
            <a:extLst>
              <a:ext uri="{FF2B5EF4-FFF2-40B4-BE49-F238E27FC236}">
                <a16:creationId xmlns:a16="http://schemas.microsoft.com/office/drawing/2014/main" id="{D2193826-018C-4617-ACC2-95A05AF0D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1208088"/>
            <a:ext cx="142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Process A</a:t>
            </a:r>
            <a:endParaRPr lang="zh-TW" altLang="en-US" sz="180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FDB2FED-6031-474A-A5A6-120B53DA83D9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7267575" y="2595564"/>
            <a:ext cx="412750" cy="793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EB9ECB-A86D-4560-8253-D9CF2924FB0D}"/>
              </a:ext>
            </a:extLst>
          </p:cNvPr>
          <p:cNvCxnSpPr>
            <a:cxnSpLocks/>
          </p:cNvCxnSpPr>
          <p:nvPr/>
        </p:nvCxnSpPr>
        <p:spPr>
          <a:xfrm>
            <a:off x="7680325" y="2603501"/>
            <a:ext cx="0" cy="17621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8F8E8D52-8FFC-471B-B5F9-A3E7CDFCE613}"/>
              </a:ext>
            </a:extLst>
          </p:cNvPr>
          <p:cNvSpPr/>
          <p:nvPr/>
        </p:nvSpPr>
        <p:spPr>
          <a:xfrm>
            <a:off x="4668839" y="2411414"/>
            <a:ext cx="2598737" cy="3698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1" name="流程圖: 文件 30">
            <a:extLst>
              <a:ext uri="{FF2B5EF4-FFF2-40B4-BE49-F238E27FC236}">
                <a16:creationId xmlns:a16="http://schemas.microsoft.com/office/drawing/2014/main" id="{0144D98B-4A2C-498B-8ABB-29DBAD1258D5}"/>
              </a:ext>
            </a:extLst>
          </p:cNvPr>
          <p:cNvSpPr/>
          <p:nvPr/>
        </p:nvSpPr>
        <p:spPr>
          <a:xfrm>
            <a:off x="6369050" y="1951039"/>
            <a:ext cx="863600" cy="504825"/>
          </a:xfrm>
          <a:prstGeom prst="flowChartDocument">
            <a:avLst/>
          </a:prstGeom>
          <a:solidFill>
            <a:srgbClr val="92D050"/>
          </a:solidFill>
          <a:ln>
            <a:solidFill>
              <a:schemeClr val="accent3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4" name="爆炸: 八角 3">
            <a:extLst>
              <a:ext uri="{FF2B5EF4-FFF2-40B4-BE49-F238E27FC236}">
                <a16:creationId xmlns:a16="http://schemas.microsoft.com/office/drawing/2014/main" id="{3D491350-CE76-4FF2-90BD-68E787CB01B7}"/>
              </a:ext>
            </a:extLst>
          </p:cNvPr>
          <p:cNvSpPr/>
          <p:nvPr/>
        </p:nvSpPr>
        <p:spPr>
          <a:xfrm>
            <a:off x="1731963" y="2822575"/>
            <a:ext cx="3040062" cy="151765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600" dirty="0">
                <a:solidFill>
                  <a:srgbClr val="FF0000"/>
                </a:solidFill>
              </a:rPr>
              <a:t>page cache full</a:t>
            </a:r>
          </a:p>
          <a:p>
            <a:pPr algn="ctr">
              <a:defRPr/>
            </a:pPr>
            <a:r>
              <a:rPr lang="en-US" altLang="zh-TW" sz="1600" dirty="0">
                <a:solidFill>
                  <a:srgbClr val="FF0000"/>
                </a:solidFill>
              </a:rPr>
              <a:t>or</a:t>
            </a:r>
          </a:p>
          <a:p>
            <a:pPr algn="ctr">
              <a:defRPr/>
            </a:pPr>
            <a:r>
              <a:rPr lang="en-US" altLang="zh-TW" sz="1600" dirty="0">
                <a:solidFill>
                  <a:srgbClr val="FF0000"/>
                </a:solidFill>
              </a:rPr>
              <a:t>call close(</a:t>
            </a:r>
            <a:r>
              <a:rPr lang="en-US" altLang="zh-TW" sz="1600" dirty="0" err="1">
                <a:solidFill>
                  <a:srgbClr val="FF0000"/>
                </a:solidFill>
              </a:rPr>
              <a:t>fd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0256" name="投影片編號版面配置區 5">
            <a:extLst>
              <a:ext uri="{FF2B5EF4-FFF2-40B4-BE49-F238E27FC236}">
                <a16:creationId xmlns:a16="http://schemas.microsoft.com/office/drawing/2014/main" id="{ACC0D60E-1F3A-493C-96D1-3763DFB526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868F37-C7A4-47A8-B377-0B7E808DDACB}" type="slidenum">
              <a:rPr kumimoji="0" lang="en-US" altLang="zh-TW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07257 0.4023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2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57 0.40231 L -0.07343 0.5770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31" grpId="0" animBg="1"/>
      <p:bldP spid="31" grpId="1" animBg="1"/>
      <p:bldP spid="31" grpId="2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C-library</a:t>
            </a:r>
            <a:r>
              <a:rPr lang="zh-TW" altLang="en-US" b="1" dirty="0">
                <a:solidFill>
                  <a:srgbClr val="FF0000"/>
                </a:solidFill>
              </a:rPr>
              <a:t>：</a:t>
            </a:r>
            <a:r>
              <a:rPr lang="en-US" altLang="zh-TW" b="1" dirty="0" err="1">
                <a:solidFill>
                  <a:srgbClr val="FF0000"/>
                </a:solidFill>
              </a:rPr>
              <a:t>fopen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 err="1">
                <a:solidFill>
                  <a:srgbClr val="FF0000"/>
                </a:solidFill>
              </a:rPr>
              <a:t>fread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 err="1">
                <a:solidFill>
                  <a:srgbClr val="FF0000"/>
                </a:solidFill>
              </a:rPr>
              <a:t>fwrite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 err="1">
                <a:solidFill>
                  <a:srgbClr val="FF0000"/>
                </a:solidFill>
              </a:rPr>
              <a:t>fclose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 err="1">
                <a:solidFill>
                  <a:srgbClr val="FF0000"/>
                </a:solidFill>
              </a:rPr>
              <a:t>fseek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964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612A1-FA28-406C-ABD4-4099218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 library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DBED-8179-4C87-BE18-2DB0FA5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fopen</a:t>
            </a:r>
            <a:r>
              <a:rPr lang="en-US" altLang="zh-TW" b="1" dirty="0"/>
              <a:t>()</a:t>
            </a:r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2DDF7E-5711-48CC-8336-0AB448166512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stdio.h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D779D-FB32-4934-82EB-D508CC8B6147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TW" dirty="0">
                <a:solidFill>
                  <a:schemeClr val="tx1"/>
                </a:solidFill>
              </a:rPr>
              <a:t>FILE *fopen ( const char *filename, const char *mode 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3220CD6A-E472-4D83-A46B-597D8885C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776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FILE *f1;</a:t>
            </a:r>
          </a:p>
          <a:p>
            <a:r>
              <a:rPr lang="en-US" altLang="zh-TW" dirty="0">
                <a:latin typeface="+mn-lt"/>
                <a:ea typeface="+mn-ea"/>
              </a:rPr>
              <a:t>       f1 = </a:t>
            </a:r>
            <a:r>
              <a:rPr lang="en-US" altLang="zh-TW" dirty="0" err="1">
                <a:latin typeface="+mn-lt"/>
                <a:ea typeface="+mn-ea"/>
              </a:rPr>
              <a:t>fopen</a:t>
            </a:r>
            <a:r>
              <a:rPr lang="en-US" altLang="zh-TW" dirty="0">
                <a:latin typeface="+mn-lt"/>
                <a:ea typeface="+mn-ea"/>
              </a:rPr>
              <a:t> ( “XXX.txt”, “w” );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F77941B-FBC7-49E5-B338-547765084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865633"/>
              </p:ext>
            </p:extLst>
          </p:nvPr>
        </p:nvGraphicFramePr>
        <p:xfrm>
          <a:off x="1262108" y="3848122"/>
          <a:ext cx="9667781" cy="1651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6313">
                  <a:extLst>
                    <a:ext uri="{9D8B030D-6E8A-4147-A177-3AD203B41FA5}">
                      <a16:colId xmlns:a16="http://schemas.microsoft.com/office/drawing/2014/main" val="2748127452"/>
                    </a:ext>
                  </a:extLst>
                </a:gridCol>
                <a:gridCol w="8841468">
                  <a:extLst>
                    <a:ext uri="{9D8B030D-6E8A-4147-A177-3AD203B41FA5}">
                      <a16:colId xmlns:a16="http://schemas.microsoft.com/office/drawing/2014/main" val="126352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</a:rPr>
                        <a:t>“r”</a:t>
                      </a:r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effectLst/>
                        </a:rPr>
                        <a:t>read: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effectLst/>
                        </a:rPr>
                        <a:t> Open file for input operations. The file must exist.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5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</a:rPr>
                        <a:t>“w”</a:t>
                      </a:r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effectLst/>
                        </a:rPr>
                        <a:t>write:</a:t>
                      </a:r>
                      <a:r>
                        <a:rPr lang="en-US" altLang="zh-TW" sz="1800" dirty="0">
                          <a:effectLst/>
                        </a:rPr>
                        <a:t> Create an empty file for output operations. If a file with the same name already exists, its contents are discarded and the file is treated as a new empty file.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0698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</a:rPr>
                        <a:t>“a”</a:t>
                      </a:r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effectLst/>
                        </a:rPr>
                        <a:t>append:</a:t>
                      </a:r>
                      <a:r>
                        <a:rPr lang="en-US" altLang="zh-TW" sz="1800" dirty="0">
                          <a:effectLst/>
                        </a:rPr>
                        <a:t> Open file for output at the end of a file. Output operations always write data at the end of the file, expanding it. The file is created if it does not exist.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61550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6052B8-B3FC-46E6-A235-F4016A863A6B}"/>
              </a:ext>
            </a:extLst>
          </p:cNvPr>
          <p:cNvSpPr txBox="1"/>
          <p:nvPr/>
        </p:nvSpPr>
        <p:spPr>
          <a:xfrm>
            <a:off x="1153499" y="347387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mode:</a:t>
            </a:r>
            <a:endParaRPr lang="zh-TW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8355FB-D6BF-4E3A-B12E-27263189DA90}"/>
              </a:ext>
            </a:extLst>
          </p:cNvPr>
          <p:cNvSpPr txBox="1"/>
          <p:nvPr/>
        </p:nvSpPr>
        <p:spPr>
          <a:xfrm>
            <a:off x="1153499" y="5728493"/>
            <a:ext cx="966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Successful: the function returns a pointer to a </a:t>
            </a:r>
            <a:r>
              <a:rPr lang="en-US" altLang="zh-TW" b="1" i="1" dirty="0"/>
              <a:t>FILE</a:t>
            </a:r>
            <a:r>
              <a:rPr lang="en-US" altLang="zh-TW" dirty="0"/>
              <a:t> object. Otherwise: a null pointer is returned.</a:t>
            </a:r>
          </a:p>
          <a:p>
            <a:endParaRPr lang="zh-TW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753298-EADB-4D42-84FE-8EB11BAB0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43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612A1-FA28-406C-ABD4-4099218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 library(cont.)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DBED-8179-4C87-BE18-2DB0FA5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fread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2DDF7E-5711-48CC-8336-0AB448166512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stdio.h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D779D-FB32-4934-82EB-D508CC8B6147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>
                <a:solidFill>
                  <a:schemeClr val="tx1"/>
                </a:solidFill>
              </a:rPr>
              <a:t>fread</a:t>
            </a:r>
            <a:r>
              <a:rPr lang="en-US" altLang="zh-TW" dirty="0">
                <a:solidFill>
                  <a:schemeClr val="tx1"/>
                </a:solidFill>
              </a:rPr>
              <a:t> ( void * </a:t>
            </a:r>
            <a:r>
              <a:rPr lang="en-US" altLang="zh-TW" dirty="0" err="1">
                <a:solidFill>
                  <a:schemeClr val="tx1"/>
                </a:solidFill>
              </a:rPr>
              <a:t>ptr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size,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count, FILE * stream 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3220CD6A-E472-4D83-A46B-597D8885C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 err="1">
                <a:latin typeface="+mn-lt"/>
                <a:ea typeface="+mn-ea"/>
              </a:rPr>
              <a:t>fread</a:t>
            </a:r>
            <a:r>
              <a:rPr lang="en-US" altLang="zh-TW" dirty="0">
                <a:latin typeface="+mn-lt"/>
                <a:ea typeface="+mn-ea"/>
              </a:rPr>
              <a:t> ( buffer, </a:t>
            </a:r>
            <a:r>
              <a:rPr lang="en-US" altLang="zh-TW" dirty="0" err="1">
                <a:latin typeface="+mn-lt"/>
                <a:ea typeface="+mn-ea"/>
              </a:rPr>
              <a:t>sizeof</a:t>
            </a:r>
            <a:r>
              <a:rPr lang="en-US" altLang="zh-TW" dirty="0">
                <a:latin typeface="+mn-lt"/>
                <a:ea typeface="+mn-ea"/>
              </a:rPr>
              <a:t>(char), 4, f1 );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6052B8-B3FC-46E6-A235-F4016A863A6B}"/>
              </a:ext>
            </a:extLst>
          </p:cNvPr>
          <p:cNvSpPr txBox="1"/>
          <p:nvPr/>
        </p:nvSpPr>
        <p:spPr>
          <a:xfrm>
            <a:off x="1245830" y="313019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ptr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Pointer to a block of memory with a size of at least (</a:t>
            </a:r>
            <a:r>
              <a:rPr lang="en-US" altLang="zh-TW" b="1" i="1" dirty="0"/>
              <a:t>size</a:t>
            </a:r>
            <a:r>
              <a:rPr lang="en-US" altLang="zh-TW" dirty="0"/>
              <a:t>*</a:t>
            </a:r>
            <a:r>
              <a:rPr lang="en-US" altLang="zh-TW" b="1" i="1" dirty="0"/>
              <a:t>count</a:t>
            </a:r>
            <a:r>
              <a:rPr lang="en-US" altLang="zh-TW" dirty="0"/>
              <a:t>) bytes.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8355FB-D6BF-4E3A-B12E-27263189DA90}"/>
              </a:ext>
            </a:extLst>
          </p:cNvPr>
          <p:cNvSpPr txBox="1"/>
          <p:nvPr/>
        </p:nvSpPr>
        <p:spPr>
          <a:xfrm>
            <a:off x="1245832" y="5399371"/>
            <a:ext cx="9684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The total number of elements successfully read is returned. If this number differs from the count parameter, the proper indicator is set, which can be checked with </a:t>
            </a:r>
            <a:r>
              <a:rPr lang="en-US" altLang="zh-TW" b="1" i="1" dirty="0" err="1"/>
              <a:t>ferror</a:t>
            </a:r>
            <a:r>
              <a:rPr lang="en-US" altLang="zh-TW" dirty="0"/>
              <a:t> and </a:t>
            </a:r>
            <a:r>
              <a:rPr lang="en-US" altLang="zh-TW" b="1" i="1" dirty="0" err="1"/>
              <a:t>feof</a:t>
            </a:r>
            <a:r>
              <a:rPr lang="en-US" altLang="zh-TW" b="1" i="1" dirty="0"/>
              <a:t>.</a:t>
            </a:r>
            <a:endParaRPr lang="zh-TW" altLang="en-US" b="1" i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2706A2-04B5-46C3-8B24-EC2B879B0008}"/>
              </a:ext>
            </a:extLst>
          </p:cNvPr>
          <p:cNvSpPr txBox="1"/>
          <p:nvPr/>
        </p:nvSpPr>
        <p:spPr>
          <a:xfrm>
            <a:off x="1245829" y="3697492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size: </a:t>
            </a:r>
            <a:r>
              <a:rPr lang="en-US" altLang="zh-TW" dirty="0"/>
              <a:t>Size, in bytes, of each element to be read. </a:t>
            </a:r>
            <a:r>
              <a:rPr lang="en-US" altLang="zh-TW" b="1" i="1" dirty="0" err="1"/>
              <a:t>size_t</a:t>
            </a:r>
            <a:r>
              <a:rPr lang="en-US" altLang="zh-TW" dirty="0"/>
              <a:t> is an unsigned integral type.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B325CEF-3F3B-4F68-AEB6-74405053924C}"/>
              </a:ext>
            </a:extLst>
          </p:cNvPr>
          <p:cNvSpPr txBox="1"/>
          <p:nvPr/>
        </p:nvSpPr>
        <p:spPr>
          <a:xfrm>
            <a:off x="1245828" y="4264785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count: </a:t>
            </a:r>
            <a:r>
              <a:rPr lang="en-US" altLang="zh-TW" dirty="0"/>
              <a:t>Number of elements, each one with a size of </a:t>
            </a:r>
            <a:r>
              <a:rPr lang="en-US" altLang="zh-TW" b="1" i="1" dirty="0"/>
              <a:t>size</a:t>
            </a:r>
            <a:r>
              <a:rPr lang="en-US" altLang="zh-TW" dirty="0"/>
              <a:t> bytes.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347D6E-D319-42C9-8005-81484D7BE518}"/>
              </a:ext>
            </a:extLst>
          </p:cNvPr>
          <p:cNvSpPr txBox="1"/>
          <p:nvPr/>
        </p:nvSpPr>
        <p:spPr>
          <a:xfrm>
            <a:off x="1262108" y="4832078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stream: </a:t>
            </a:r>
            <a:r>
              <a:rPr lang="en-US" altLang="zh-TW" dirty="0"/>
              <a:t>Pointer to a </a:t>
            </a:r>
            <a:r>
              <a:rPr lang="en-US" altLang="zh-TW" b="1" i="1" dirty="0"/>
              <a:t>FILE</a:t>
            </a:r>
            <a:r>
              <a:rPr lang="en-US" altLang="zh-TW" dirty="0"/>
              <a:t> object that specifies an input stream.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3DBEB4-97B3-44A6-9B13-0A0D87AC4A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40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612A1-FA28-406C-ABD4-4099218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 library(cont.)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DBED-8179-4C87-BE18-2DB0FA5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fwrite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2DDF7E-5711-48CC-8336-0AB448166512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stdio.h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D779D-FB32-4934-82EB-D508CC8B6147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>
                <a:solidFill>
                  <a:schemeClr val="tx1"/>
                </a:solidFill>
              </a:rPr>
              <a:t>fwrite</a:t>
            </a:r>
            <a:r>
              <a:rPr lang="en-US" altLang="zh-TW" dirty="0">
                <a:solidFill>
                  <a:schemeClr val="tx1"/>
                </a:solidFill>
              </a:rPr>
              <a:t> ( const void * </a:t>
            </a:r>
            <a:r>
              <a:rPr lang="en-US" altLang="zh-TW" dirty="0" err="1">
                <a:solidFill>
                  <a:schemeClr val="tx1"/>
                </a:solidFill>
              </a:rPr>
              <a:t>ptr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size,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count, FILE * stream 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3220CD6A-E472-4D83-A46B-597D8885C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 err="1">
                <a:latin typeface="+mn-lt"/>
                <a:ea typeface="+mn-ea"/>
              </a:rPr>
              <a:t>fwrite</a:t>
            </a:r>
            <a:r>
              <a:rPr lang="en-US" altLang="zh-TW" dirty="0">
                <a:latin typeface="+mn-lt"/>
                <a:ea typeface="+mn-ea"/>
              </a:rPr>
              <a:t> ( buffer, </a:t>
            </a:r>
            <a:r>
              <a:rPr lang="en-US" altLang="zh-TW" dirty="0" err="1">
                <a:latin typeface="+mn-lt"/>
                <a:ea typeface="+mn-ea"/>
              </a:rPr>
              <a:t>sizeof</a:t>
            </a:r>
            <a:r>
              <a:rPr lang="en-US" altLang="zh-TW" dirty="0">
                <a:latin typeface="+mn-lt"/>
                <a:ea typeface="+mn-ea"/>
              </a:rPr>
              <a:t>(char), 4, f1 );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6052B8-B3FC-46E6-A235-F4016A863A6B}"/>
              </a:ext>
            </a:extLst>
          </p:cNvPr>
          <p:cNvSpPr txBox="1"/>
          <p:nvPr/>
        </p:nvSpPr>
        <p:spPr>
          <a:xfrm>
            <a:off x="1245830" y="313019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ptr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Pointer to the array of elements to be written, converted to a const void*.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8355FB-D6BF-4E3A-B12E-27263189DA90}"/>
              </a:ext>
            </a:extLst>
          </p:cNvPr>
          <p:cNvSpPr txBox="1"/>
          <p:nvPr/>
        </p:nvSpPr>
        <p:spPr>
          <a:xfrm>
            <a:off x="1245832" y="5399371"/>
            <a:ext cx="9684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The total number of elements successfully written is returned. If this number differs from the count parameter, a writing error prevented the function from completing. In this case, the error indicator (</a:t>
            </a:r>
            <a:r>
              <a:rPr lang="en-US" altLang="zh-TW" b="1" i="1" dirty="0" err="1"/>
              <a:t>ferror</a:t>
            </a:r>
            <a:r>
              <a:rPr lang="en-US" altLang="zh-TW" dirty="0"/>
              <a:t>) will be set for the stream.</a:t>
            </a:r>
            <a:endParaRPr lang="zh-TW" altLang="en-US" b="1" i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2706A2-04B5-46C3-8B24-EC2B879B0008}"/>
              </a:ext>
            </a:extLst>
          </p:cNvPr>
          <p:cNvSpPr txBox="1"/>
          <p:nvPr/>
        </p:nvSpPr>
        <p:spPr>
          <a:xfrm>
            <a:off x="1245829" y="3697492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size: </a:t>
            </a:r>
            <a:r>
              <a:rPr lang="en-US" altLang="zh-TW" dirty="0"/>
              <a:t>Size, in bytes, of each element to be written. </a:t>
            </a:r>
            <a:r>
              <a:rPr lang="en-US" altLang="zh-TW" b="1" i="1" dirty="0" err="1"/>
              <a:t>size_t</a:t>
            </a:r>
            <a:r>
              <a:rPr lang="en-US" altLang="zh-TW" dirty="0"/>
              <a:t> is an unsigned integral type.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B325CEF-3F3B-4F68-AEB6-74405053924C}"/>
              </a:ext>
            </a:extLst>
          </p:cNvPr>
          <p:cNvSpPr txBox="1"/>
          <p:nvPr/>
        </p:nvSpPr>
        <p:spPr>
          <a:xfrm>
            <a:off x="1245828" y="4264785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count: </a:t>
            </a:r>
            <a:r>
              <a:rPr lang="en-US" altLang="zh-TW" dirty="0"/>
              <a:t>Number of elements, each one with a size of </a:t>
            </a:r>
            <a:r>
              <a:rPr lang="en-US" altLang="zh-TW" b="1" i="1" dirty="0"/>
              <a:t>size</a:t>
            </a:r>
            <a:r>
              <a:rPr lang="en-US" altLang="zh-TW" dirty="0"/>
              <a:t> bytes.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347D6E-D319-42C9-8005-81484D7BE518}"/>
              </a:ext>
            </a:extLst>
          </p:cNvPr>
          <p:cNvSpPr txBox="1"/>
          <p:nvPr/>
        </p:nvSpPr>
        <p:spPr>
          <a:xfrm>
            <a:off x="1262108" y="4832078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stream: </a:t>
            </a:r>
            <a:r>
              <a:rPr lang="en-US" altLang="zh-TW" dirty="0"/>
              <a:t>Pointer to a </a:t>
            </a:r>
            <a:r>
              <a:rPr lang="en-US" altLang="zh-TW" b="1" i="1" dirty="0"/>
              <a:t>FILE</a:t>
            </a:r>
            <a:r>
              <a:rPr lang="en-US" altLang="zh-TW" dirty="0"/>
              <a:t> object that specifies an output stream.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64450A-858D-49B8-A058-7609FEFEED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66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612A1-FA28-406C-ABD4-4099218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 library(cont.)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DBED-8179-4C87-BE18-2DB0FA5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fclose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2DDF7E-5711-48CC-8336-0AB448166512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stdio.h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D779D-FB32-4934-82EB-D508CC8B6147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int </a:t>
            </a:r>
            <a:r>
              <a:rPr lang="en-US" altLang="zh-TW" dirty="0" err="1">
                <a:solidFill>
                  <a:schemeClr val="tx1"/>
                </a:solidFill>
              </a:rPr>
              <a:t>fclose</a:t>
            </a:r>
            <a:r>
              <a:rPr lang="en-US" altLang="zh-TW" dirty="0">
                <a:solidFill>
                  <a:schemeClr val="tx1"/>
                </a:solidFill>
              </a:rPr>
              <a:t> ( FILE * stream 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3220CD6A-E472-4D83-A46B-597D8885C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 err="1">
                <a:latin typeface="+mn-lt"/>
                <a:ea typeface="+mn-ea"/>
              </a:rPr>
              <a:t>fclose</a:t>
            </a:r>
            <a:r>
              <a:rPr lang="en-US" altLang="zh-TW" dirty="0">
                <a:latin typeface="+mn-lt"/>
                <a:ea typeface="+mn-ea"/>
              </a:rPr>
              <a:t> (f1);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6052B8-B3FC-46E6-A235-F4016A863A6B}"/>
              </a:ext>
            </a:extLst>
          </p:cNvPr>
          <p:cNvSpPr txBox="1"/>
          <p:nvPr/>
        </p:nvSpPr>
        <p:spPr>
          <a:xfrm>
            <a:off x="1245830" y="313019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stream: </a:t>
            </a:r>
            <a:r>
              <a:rPr lang="en-US" altLang="zh-TW" dirty="0"/>
              <a:t>Pointer to a </a:t>
            </a:r>
            <a:r>
              <a:rPr lang="en-US" altLang="zh-TW" b="1" i="1" dirty="0"/>
              <a:t>FILE</a:t>
            </a:r>
            <a:r>
              <a:rPr lang="en-US" altLang="zh-TW" dirty="0"/>
              <a:t> object that specifies the stream to be closed.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2706A2-04B5-46C3-8B24-EC2B879B0008}"/>
              </a:ext>
            </a:extLst>
          </p:cNvPr>
          <p:cNvSpPr txBox="1"/>
          <p:nvPr/>
        </p:nvSpPr>
        <p:spPr>
          <a:xfrm>
            <a:off x="1245829" y="3697492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If the stream is successfully closed, a zero value is returned. On failure, EOF is returned.</a:t>
            </a:r>
            <a:endParaRPr lang="zh-TW" altLang="en-US" b="1" i="1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123F-1540-421A-9F56-25613115F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76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612A1-FA28-406C-ABD4-4099218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 library(cont.)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6DBED-8179-4C87-BE18-2DB0FA5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fseek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2DDF7E-5711-48CC-8336-0AB448166512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stdio.h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D779D-FB32-4934-82EB-D508CC8B6147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int </a:t>
            </a:r>
            <a:r>
              <a:rPr lang="en-US" altLang="zh-TW" dirty="0" err="1">
                <a:solidFill>
                  <a:schemeClr val="tx1"/>
                </a:solidFill>
              </a:rPr>
              <a:t>fseek</a:t>
            </a:r>
            <a:r>
              <a:rPr lang="en-US" altLang="zh-TW" dirty="0">
                <a:solidFill>
                  <a:schemeClr val="tx1"/>
                </a:solidFill>
              </a:rPr>
              <a:t>(FILE *stream, long int offset, int whence)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3220CD6A-E472-4D83-A46B-597D8885C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 err="1">
                <a:latin typeface="+mn-lt"/>
                <a:ea typeface="+mn-ea"/>
              </a:rPr>
              <a:t>fseek</a:t>
            </a:r>
            <a:r>
              <a:rPr lang="en-US" altLang="zh-TW" dirty="0">
                <a:latin typeface="+mn-lt"/>
                <a:ea typeface="+mn-ea"/>
              </a:rPr>
              <a:t> (f1,4096,SEEK_SET);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6052B8-B3FC-46E6-A235-F4016A863A6B}"/>
              </a:ext>
            </a:extLst>
          </p:cNvPr>
          <p:cNvSpPr txBox="1"/>
          <p:nvPr/>
        </p:nvSpPr>
        <p:spPr>
          <a:xfrm>
            <a:off x="1245830" y="313019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stream: </a:t>
            </a:r>
            <a:r>
              <a:rPr lang="en-US" altLang="zh-TW" dirty="0"/>
              <a:t>Pointer to a FILE object that identifies the stream.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2706A2-04B5-46C3-8B24-EC2B879B0008}"/>
              </a:ext>
            </a:extLst>
          </p:cNvPr>
          <p:cNvSpPr txBox="1"/>
          <p:nvPr/>
        </p:nvSpPr>
        <p:spPr>
          <a:xfrm>
            <a:off x="1352488" y="5745673"/>
            <a:ext cx="966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If successful, the function returns zero.</a:t>
            </a:r>
          </a:p>
          <a:p>
            <a:r>
              <a:rPr lang="en-US" altLang="zh-TW" dirty="0"/>
              <a:t>Otherwise, it returns non-zero value.</a:t>
            </a:r>
          </a:p>
          <a:p>
            <a:r>
              <a:rPr lang="en-US" altLang="zh-TW" dirty="0"/>
              <a:t>If a read or write error occurs, the error indicator (</a:t>
            </a:r>
            <a:r>
              <a:rPr lang="en-US" altLang="zh-TW" dirty="0" err="1"/>
              <a:t>ferror</a:t>
            </a:r>
            <a:r>
              <a:rPr lang="en-US" altLang="zh-TW" dirty="0"/>
              <a:t>) is set.</a:t>
            </a:r>
            <a:endParaRPr lang="zh-TW" altLang="en-US" b="1" i="1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123F-1540-421A-9F56-25613115F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57FDED-9015-4B11-B76B-6FB1D1AFEC0F}"/>
              </a:ext>
            </a:extLst>
          </p:cNvPr>
          <p:cNvSpPr txBox="1"/>
          <p:nvPr/>
        </p:nvSpPr>
        <p:spPr>
          <a:xfrm>
            <a:off x="1247228" y="3500713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long: </a:t>
            </a:r>
            <a:r>
              <a:rPr lang="en-US" altLang="zh-TW" dirty="0"/>
              <a:t>Number of bytes to offset from origin.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CB7DA50-3AB9-451E-9A11-89DB1C70E1C4}"/>
              </a:ext>
            </a:extLst>
          </p:cNvPr>
          <p:cNvSpPr txBox="1"/>
          <p:nvPr/>
        </p:nvSpPr>
        <p:spPr>
          <a:xfrm>
            <a:off x="1273793" y="3904783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whence: </a:t>
            </a:r>
            <a:r>
              <a:rPr lang="en-US" altLang="zh-TW" dirty="0"/>
              <a:t>Position used as reference for the offset. It is specified by one of the following constants defined in &lt;</a:t>
            </a:r>
            <a:r>
              <a:rPr lang="en-US" altLang="zh-TW" dirty="0" err="1"/>
              <a:t>cstdio</a:t>
            </a:r>
            <a:r>
              <a:rPr lang="en-US" altLang="zh-TW" dirty="0"/>
              <a:t>&gt; exclusively to be used as arguments for this function: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2B4497F4-88A7-46A6-9863-40D9B1433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72233"/>
              </p:ext>
            </p:extLst>
          </p:nvPr>
        </p:nvGraphicFramePr>
        <p:xfrm>
          <a:off x="1352488" y="4495861"/>
          <a:ext cx="6214382" cy="127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7191">
                  <a:extLst>
                    <a:ext uri="{9D8B030D-6E8A-4147-A177-3AD203B41FA5}">
                      <a16:colId xmlns:a16="http://schemas.microsoft.com/office/drawing/2014/main" val="3430852970"/>
                    </a:ext>
                  </a:extLst>
                </a:gridCol>
                <a:gridCol w="3107191">
                  <a:extLst>
                    <a:ext uri="{9D8B030D-6E8A-4147-A177-3AD203B41FA5}">
                      <a16:colId xmlns:a16="http://schemas.microsoft.com/office/drawing/2014/main" val="407116491"/>
                    </a:ext>
                  </a:extLst>
                </a:gridCol>
              </a:tblGrid>
              <a:tr h="222819">
                <a:tc>
                  <a:txBody>
                    <a:bodyPr/>
                    <a:lstStyle/>
                    <a:p>
                      <a:r>
                        <a:rPr lang="en-US" altLang="zh-TW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 position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859369"/>
                  </a:ext>
                </a:extLst>
              </a:tr>
              <a:tr h="22281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SEEK_SET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Beginning of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19600"/>
                  </a:ext>
                </a:extLst>
              </a:tr>
              <a:tr h="359342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SEEK_CUR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Current position of the file pointer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050179"/>
                  </a:ext>
                </a:extLst>
              </a:tr>
              <a:tr h="22281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SEEK_END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End of file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57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15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E4DFB-2D2D-407D-A340-0B7A086E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F3C367-B181-4D41-8304-68A7537C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fsync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 err="1"/>
              <a:t>fsync</a:t>
            </a:r>
            <a:r>
              <a:rPr lang="en-US" altLang="zh-TW" dirty="0"/>
              <a:t>() transfers all modified in-core data of the file referred to by the file descriptor </a:t>
            </a:r>
            <a:r>
              <a:rPr lang="en-US" altLang="zh-TW" dirty="0" err="1"/>
              <a:t>fd</a:t>
            </a:r>
            <a:r>
              <a:rPr lang="en-US" altLang="zh-TW" dirty="0"/>
              <a:t> to the disk device so that all changed information can be retrieved even if the system crashes or is rebooted.  This includes writing through or flushing a disk cache if present.  The call blocks until the device reports that the transfer has completed.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5105E9-820A-4FBF-A40C-30B11652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233" y="2840021"/>
            <a:ext cx="10535666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#include &lt;</a:t>
            </a:r>
            <a:r>
              <a:rPr lang="en-US" altLang="zh-TW" dirty="0" err="1"/>
              <a:t>unistd.h</a:t>
            </a:r>
            <a:r>
              <a:rPr lang="en-US" altLang="zh-TW" dirty="0"/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72011-41EC-4A95-8648-A18511A2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233" y="3325036"/>
            <a:ext cx="10535666" cy="519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int </a:t>
            </a:r>
            <a:r>
              <a:rPr lang="en-US" altLang="zh-TW" dirty="0" err="1"/>
              <a:t>fsync</a:t>
            </a:r>
            <a:r>
              <a:rPr lang="en-US" altLang="zh-TW" dirty="0"/>
              <a:t>(int </a:t>
            </a:r>
            <a:r>
              <a:rPr lang="en-US" altLang="zh-TW" dirty="0" err="1"/>
              <a:t>fd</a:t>
            </a:r>
            <a:r>
              <a:rPr lang="en-US" altLang="zh-TW" dirty="0"/>
              <a:t>);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605C0-BAA8-4469-9DC6-B082973EC767}"/>
              </a:ext>
            </a:extLst>
          </p:cNvPr>
          <p:cNvSpPr/>
          <p:nvPr/>
        </p:nvSpPr>
        <p:spPr>
          <a:xfrm>
            <a:off x="912510" y="4259573"/>
            <a:ext cx="105356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latin typeface="Arial" charset="0"/>
              </a:rPr>
              <a:t>The function </a:t>
            </a:r>
            <a:r>
              <a:rPr lang="en-US" altLang="zh-TW" dirty="0" err="1">
                <a:latin typeface="Arial" charset="0"/>
              </a:rPr>
              <a:t>fileno</a:t>
            </a:r>
            <a:r>
              <a:rPr lang="en-US" altLang="zh-TW" dirty="0">
                <a:latin typeface="Arial" charset="0"/>
              </a:rPr>
              <a:t>() examines the argument stream and returns its integer descriptor.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</a:rPr>
              <a:t>int </a:t>
            </a:r>
            <a:r>
              <a:rPr lang="en-US" altLang="zh-TW" dirty="0" err="1">
                <a:latin typeface="Arial" charset="0"/>
              </a:rPr>
              <a:t>fileno</a:t>
            </a:r>
            <a:r>
              <a:rPr lang="en-US" altLang="zh-TW" dirty="0">
                <a:latin typeface="Arial" charset="0"/>
              </a:rPr>
              <a:t>(FILE *stream);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</a:rPr>
              <a:t>Ex</a:t>
            </a:r>
            <a:r>
              <a:rPr lang="zh-TW" altLang="en-US" dirty="0">
                <a:latin typeface="Arial" charset="0"/>
              </a:rPr>
              <a:t>：</a:t>
            </a:r>
            <a:r>
              <a:rPr lang="en-US" altLang="zh-TW" dirty="0" err="1">
                <a:latin typeface="Arial" charset="0"/>
              </a:rPr>
              <a:t>fsync</a:t>
            </a:r>
            <a:r>
              <a:rPr lang="en-US" altLang="zh-TW" dirty="0">
                <a:latin typeface="Arial" charset="0"/>
              </a:rPr>
              <a:t>(</a:t>
            </a:r>
            <a:r>
              <a:rPr lang="en-US" altLang="zh-TW" dirty="0" err="1">
                <a:latin typeface="Arial" charset="0"/>
              </a:rPr>
              <a:t>fileno</a:t>
            </a:r>
            <a:r>
              <a:rPr lang="en-US" altLang="zh-TW" dirty="0">
                <a:latin typeface="Arial" charset="0"/>
              </a:rPr>
              <a:t>(</a:t>
            </a:r>
            <a:r>
              <a:rPr lang="en-US" altLang="zh-TW" dirty="0" err="1">
                <a:latin typeface="Arial" charset="0"/>
              </a:rPr>
              <a:t>fp</a:t>
            </a:r>
            <a:r>
              <a:rPr lang="en-US" altLang="zh-TW" dirty="0">
                <a:latin typeface="Arial" charset="0"/>
              </a:rPr>
              <a:t>))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3E18E6-F37C-4920-ADD2-CFFA328AC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543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211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251259"/>
          </a:xfrm>
        </p:spPr>
        <p:txBody>
          <a:bodyPr/>
          <a:lstStyle/>
          <a:p>
            <a:r>
              <a:rPr lang="en-US" altLang="zh-TW" dirty="0"/>
              <a:t>Write a C program that creates a </a:t>
            </a:r>
            <a:r>
              <a:rPr lang="en-US" altLang="zh-TW" b="1" dirty="0"/>
              <a:t>100MB file</a:t>
            </a:r>
            <a:r>
              <a:rPr lang="en-US" altLang="zh-TW" dirty="0"/>
              <a:t> on your local disk and measures the execution time of five different operations using the </a:t>
            </a:r>
            <a:r>
              <a:rPr lang="en-US" altLang="zh-TW" b="1" dirty="0"/>
              <a:t>C standard I/O library interface</a:t>
            </a:r>
            <a:r>
              <a:rPr lang="en-US" altLang="zh-TW" dirty="0"/>
              <a:t> (e.g., </a:t>
            </a:r>
            <a:r>
              <a:rPr lang="en-US" altLang="zh-TW" dirty="0" err="1"/>
              <a:t>fopen</a:t>
            </a:r>
            <a:r>
              <a:rPr lang="en-US" altLang="zh-TW" dirty="0"/>
              <a:t>(), </a:t>
            </a:r>
            <a:r>
              <a:rPr lang="en-US" altLang="zh-TW" dirty="0" err="1"/>
              <a:t>fread</a:t>
            </a:r>
            <a:r>
              <a:rPr lang="en-US" altLang="zh-TW" dirty="0"/>
              <a:t>(), </a:t>
            </a:r>
            <a:r>
              <a:rPr lang="en-US" altLang="zh-TW" dirty="0" err="1"/>
              <a:t>fwrite</a:t>
            </a:r>
            <a:r>
              <a:rPr lang="en-US" altLang="zh-TW" dirty="0"/>
              <a:t>(), </a:t>
            </a:r>
            <a:r>
              <a:rPr lang="en-US" altLang="zh-TW" dirty="0" err="1"/>
              <a:t>fseek</a:t>
            </a:r>
            <a:r>
              <a:rPr lang="en-US" altLang="zh-TW" dirty="0"/>
              <a:t>(), and </a:t>
            </a:r>
            <a:r>
              <a:rPr lang="en-US" altLang="zh-TW" dirty="0" err="1"/>
              <a:t>fclose</a:t>
            </a:r>
            <a:r>
              <a:rPr lang="en-US" altLang="zh-TW" dirty="0"/>
              <a:t>().)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/>
              <a:t>Implement each of the following operations as a separate function</a:t>
            </a:r>
          </a:p>
          <a:p>
            <a:pPr lvl="1"/>
            <a:r>
              <a:rPr lang="en-US" altLang="zh-TW" dirty="0"/>
              <a:t>Sequential Read</a:t>
            </a:r>
          </a:p>
          <a:p>
            <a:pPr lvl="1"/>
            <a:r>
              <a:rPr lang="en-US" altLang="zh-TW" dirty="0"/>
              <a:t>Sequential Write</a:t>
            </a:r>
          </a:p>
          <a:p>
            <a:pPr lvl="1"/>
            <a:r>
              <a:rPr lang="en-US" altLang="zh-TW" dirty="0"/>
              <a:t>Random Read</a:t>
            </a:r>
          </a:p>
          <a:p>
            <a:pPr lvl="1"/>
            <a:r>
              <a:rPr lang="en-US" altLang="zh-TW" dirty="0"/>
              <a:t>Random Buffered Write (Single Sync)</a:t>
            </a:r>
          </a:p>
          <a:p>
            <a:pPr lvl="1"/>
            <a:r>
              <a:rPr lang="en-US" altLang="zh-TW" dirty="0"/>
              <a:t>Random Synchronous Write</a:t>
            </a:r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E6A21-07EF-4BF8-A947-FF8F0168D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01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251259"/>
          </a:xfrm>
        </p:spPr>
        <p:txBody>
          <a:bodyPr/>
          <a:lstStyle/>
          <a:p>
            <a:r>
              <a:rPr lang="en-US" altLang="zh-TW" b="1" dirty="0"/>
              <a:t>Sequential Read</a:t>
            </a:r>
          </a:p>
          <a:p>
            <a:pPr lvl="1"/>
            <a:r>
              <a:rPr lang="en-US" altLang="zh-TW" dirty="0"/>
              <a:t>Read the file sequentially from beginning to end.</a:t>
            </a:r>
          </a:p>
          <a:p>
            <a:pPr lvl="1"/>
            <a:r>
              <a:rPr lang="en-US" altLang="zh-TW" dirty="0"/>
              <a:t>Read </a:t>
            </a:r>
            <a:r>
              <a:rPr lang="en-US" altLang="zh-TW" b="1" dirty="0"/>
              <a:t>4KB of data per operation</a:t>
            </a:r>
            <a:r>
              <a:rPr lang="en-US" altLang="zh-TW" dirty="0"/>
              <a:t>.	</a:t>
            </a:r>
          </a:p>
          <a:p>
            <a:pPr lvl="1"/>
            <a:r>
              <a:rPr lang="en-US" altLang="zh-TW" dirty="0"/>
              <a:t>Continue until the </a:t>
            </a:r>
            <a:r>
              <a:rPr lang="en-US" altLang="zh-TW" b="1" dirty="0"/>
              <a:t>entire 100MB file has been read</a:t>
            </a:r>
            <a:r>
              <a:rPr lang="en-US" altLang="zh-TW" dirty="0"/>
              <a:t>.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b="1" dirty="0"/>
              <a:t>Sequential Write</a:t>
            </a:r>
          </a:p>
          <a:p>
            <a:pPr lvl="1"/>
            <a:r>
              <a:rPr lang="en-US" altLang="zh-TW" dirty="0"/>
              <a:t>Overwrite the file with </a:t>
            </a:r>
            <a:r>
              <a:rPr lang="en-US" altLang="zh-TW" b="1" dirty="0"/>
              <a:t>100MB of new data</a:t>
            </a:r>
            <a:r>
              <a:rPr lang="en-US" altLang="zh-TW" dirty="0"/>
              <a:t> using sequential writes.</a:t>
            </a:r>
          </a:p>
          <a:p>
            <a:pPr lvl="1"/>
            <a:r>
              <a:rPr lang="en-US" altLang="zh-TW" dirty="0"/>
              <a:t>Write </a:t>
            </a:r>
            <a:r>
              <a:rPr lang="en-US" altLang="zh-TW" b="1" dirty="0"/>
              <a:t>2KB of data per operation</a:t>
            </a:r>
            <a:r>
              <a:rPr lang="en-US" altLang="zh-TW" dirty="0"/>
              <a:t> from beginning to end.</a:t>
            </a:r>
          </a:p>
          <a:p>
            <a:pPr lvl="1"/>
            <a:r>
              <a:rPr lang="en-US" altLang="zh-TW" dirty="0"/>
              <a:t>After completing all writes, </a:t>
            </a:r>
            <a:r>
              <a:rPr lang="en-US" altLang="zh-TW" dirty="0">
                <a:solidFill>
                  <a:schemeClr val="tx2"/>
                </a:solidFill>
              </a:rPr>
              <a:t>call </a:t>
            </a:r>
            <a:r>
              <a:rPr lang="en-US" altLang="zh-TW" b="1" dirty="0" err="1">
                <a:solidFill>
                  <a:schemeClr val="tx2"/>
                </a:solidFill>
              </a:rPr>
              <a:t>fsync</a:t>
            </a:r>
            <a:r>
              <a:rPr lang="en-US" altLang="zh-TW" b="1" dirty="0">
                <a:solidFill>
                  <a:schemeClr val="tx2"/>
                </a:solidFill>
              </a:rPr>
              <a:t>() </a:t>
            </a:r>
            <a:r>
              <a:rPr lang="en-US" altLang="zh-TW" dirty="0"/>
              <a:t>to ensure that the data is flushed to disk.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E6A21-07EF-4BF8-A947-FF8F0168D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2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834BCB5A-60B7-429F-AA1E-4FEE1DD61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Homework Assignment #1_1(cont.)</a:t>
            </a:r>
            <a:endParaRPr lang="en-US" altLang="zh-TW" sz="3600" dirty="0"/>
          </a:p>
        </p:txBody>
      </p:sp>
      <p:sp>
        <p:nvSpPr>
          <p:cNvPr id="34819" name="內容版面配置區 2">
            <a:extLst>
              <a:ext uri="{FF2B5EF4-FFF2-40B4-BE49-F238E27FC236}">
                <a16:creationId xmlns:a16="http://schemas.microsoft.com/office/drawing/2014/main" id="{B51DB2FB-FFAD-455B-9521-A9AB1E84B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/>
              <a:t>time()</a:t>
            </a:r>
          </a:p>
          <a:p>
            <a:pPr lvl="1"/>
            <a:r>
              <a:rPr lang="en-US" altLang="zh-TW"/>
              <a:t>time() function is provided by time.h library.</a:t>
            </a:r>
          </a:p>
          <a:p>
            <a:pPr lvl="1"/>
            <a:endParaRPr lang="en-US" altLang="zh-TW" sz="800"/>
          </a:p>
          <a:p>
            <a:pPr lvl="1"/>
            <a:r>
              <a:rPr lang="en-US" altLang="zh-TW"/>
              <a:t>Calculates the current calender time and encodes it into time_t format.</a:t>
            </a:r>
          </a:p>
          <a:p>
            <a:endParaRPr lang="en-US" altLang="zh-TW"/>
          </a:p>
          <a:p>
            <a:endParaRPr lang="en-US" altLang="zh-TW" b="1"/>
          </a:p>
          <a:p>
            <a:endParaRPr lang="en-US" altLang="zh-TW" b="1"/>
          </a:p>
        </p:txBody>
      </p:sp>
      <p:sp>
        <p:nvSpPr>
          <p:cNvPr id="34820" name="Rectangle 8">
            <a:extLst>
              <a:ext uri="{FF2B5EF4-FFF2-40B4-BE49-F238E27FC236}">
                <a16:creationId xmlns:a16="http://schemas.microsoft.com/office/drawing/2014/main" id="{17CB5B09-2A76-4574-9C04-70D31FFF2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3068639"/>
            <a:ext cx="7286625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#include&lt;time.h&gt;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/>
          </a:p>
        </p:txBody>
      </p:sp>
      <p:sp>
        <p:nvSpPr>
          <p:cNvPr id="34821" name="Rectangle 8">
            <a:extLst>
              <a:ext uri="{FF2B5EF4-FFF2-40B4-BE49-F238E27FC236}">
                <a16:creationId xmlns:a16="http://schemas.microsoft.com/office/drawing/2014/main" id="{6E81F604-304C-4857-AC7B-0B460B6B7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4900"/>
            <a:ext cx="7269162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time_t time(time_t *t);</a:t>
            </a:r>
          </a:p>
        </p:txBody>
      </p:sp>
      <p:sp>
        <p:nvSpPr>
          <p:cNvPr id="34822" name="矩形 1">
            <a:extLst>
              <a:ext uri="{FF2B5EF4-FFF2-40B4-BE49-F238E27FC236}">
                <a16:creationId xmlns:a16="http://schemas.microsoft.com/office/drawing/2014/main" id="{15544754-3B9C-4285-AA5D-E0F8E350D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221164"/>
            <a:ext cx="7286625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1800" dirty="0"/>
              <a:t>ex. : time(NULL);</a:t>
            </a:r>
          </a:p>
        </p:txBody>
      </p:sp>
      <p:sp>
        <p:nvSpPr>
          <p:cNvPr id="34823" name="投影片編號版面配置區 1">
            <a:extLst>
              <a:ext uri="{FF2B5EF4-FFF2-40B4-BE49-F238E27FC236}">
                <a16:creationId xmlns:a16="http://schemas.microsoft.com/office/drawing/2014/main" id="{C7F201DD-D457-484E-AEA3-9BD08CBC89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106388-4AE6-4658-92CD-9DB143EE29F3}" type="slidenum">
              <a:rPr kumimoji="0" lang="en-US" altLang="zh-TW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AB9523F0-47E9-4375-87BA-E1D894A8B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Homework Assignment #1_1(cont.)</a:t>
            </a:r>
            <a:endParaRPr lang="en-US" altLang="zh-TW" sz="3600" dirty="0"/>
          </a:p>
        </p:txBody>
      </p:sp>
      <p:sp>
        <p:nvSpPr>
          <p:cNvPr id="32771" name="內容版面配置區 2">
            <a:extLst>
              <a:ext uri="{FF2B5EF4-FFF2-40B4-BE49-F238E27FC236}">
                <a16:creationId xmlns:a16="http://schemas.microsoft.com/office/drawing/2014/main" id="{2AD00D22-349D-478A-AA89-ACD317DD2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/>
              <a:t>rand()</a:t>
            </a:r>
          </a:p>
          <a:p>
            <a:pPr lvl="1"/>
            <a:r>
              <a:rPr lang="en-US" altLang="zh-TW"/>
              <a:t>rand() function is provided by stdlib.h library.</a:t>
            </a:r>
          </a:p>
          <a:p>
            <a:pPr lvl="1"/>
            <a:endParaRPr lang="en-US" altLang="zh-TW" sz="800"/>
          </a:p>
          <a:p>
            <a:pPr lvl="1"/>
            <a:r>
              <a:rPr lang="en-US" altLang="zh-TW"/>
              <a:t>Returns a pseudo-random number in the range of 0 to RAND_MAX.</a:t>
            </a:r>
          </a:p>
          <a:p>
            <a:endParaRPr lang="en-US" altLang="zh-TW"/>
          </a:p>
          <a:p>
            <a:endParaRPr lang="en-US" altLang="zh-TW" b="1"/>
          </a:p>
          <a:p>
            <a:endParaRPr lang="en-US" altLang="zh-TW" b="1"/>
          </a:p>
        </p:txBody>
      </p:sp>
      <p:sp>
        <p:nvSpPr>
          <p:cNvPr id="32772" name="Rectangle 8">
            <a:extLst>
              <a:ext uri="{FF2B5EF4-FFF2-40B4-BE49-F238E27FC236}">
                <a16:creationId xmlns:a16="http://schemas.microsoft.com/office/drawing/2014/main" id="{D56B63B0-8C8E-4BD3-B7AB-7F8EDE88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3068639"/>
            <a:ext cx="7286625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#include&lt;stdlib.h&gt;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/>
          </a:p>
        </p:txBody>
      </p:sp>
      <p:sp>
        <p:nvSpPr>
          <p:cNvPr id="32773" name="Rectangle 8">
            <a:extLst>
              <a:ext uri="{FF2B5EF4-FFF2-40B4-BE49-F238E27FC236}">
                <a16:creationId xmlns:a16="http://schemas.microsoft.com/office/drawing/2014/main" id="{270927A2-9F20-40EB-B763-F03E4A51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4900"/>
            <a:ext cx="7269162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int rand(void);</a:t>
            </a:r>
          </a:p>
        </p:txBody>
      </p:sp>
      <p:sp>
        <p:nvSpPr>
          <p:cNvPr id="32774" name="矩形 1">
            <a:extLst>
              <a:ext uri="{FF2B5EF4-FFF2-40B4-BE49-F238E27FC236}">
                <a16:creationId xmlns:a16="http://schemas.microsoft.com/office/drawing/2014/main" id="{3B4142AB-DE2D-4EC0-A28E-80BB38197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221164"/>
            <a:ext cx="7286625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1800"/>
              <a:t>ex. : rand();</a:t>
            </a:r>
          </a:p>
        </p:txBody>
      </p:sp>
      <p:sp>
        <p:nvSpPr>
          <p:cNvPr id="32775" name="投影片編號版面配置區 1">
            <a:extLst>
              <a:ext uri="{FF2B5EF4-FFF2-40B4-BE49-F238E27FC236}">
                <a16:creationId xmlns:a16="http://schemas.microsoft.com/office/drawing/2014/main" id="{44C42D54-B5A8-447C-9CB2-3DCC4CAB73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345F31-0533-478B-84C2-3A4B37129EEB}" type="slidenum">
              <a:rPr kumimoji="0" lang="en-US" altLang="zh-TW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DB8BA491-6459-4EA6-A4F2-560910FDB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Homework Assignment #1_1(cont.)</a:t>
            </a:r>
            <a:endParaRPr lang="en-US" altLang="zh-TW" sz="3600" dirty="0"/>
          </a:p>
        </p:txBody>
      </p:sp>
      <p:sp>
        <p:nvSpPr>
          <p:cNvPr id="33795" name="內容版面配置區 2">
            <a:extLst>
              <a:ext uri="{FF2B5EF4-FFF2-40B4-BE49-F238E27FC236}">
                <a16:creationId xmlns:a16="http://schemas.microsoft.com/office/drawing/2014/main" id="{384D434C-DCF7-4894-A3C3-F85C54DE1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/>
              <a:t>srand</a:t>
            </a:r>
            <a:r>
              <a:rPr lang="en-US" altLang="zh-TW" b="1" dirty="0"/>
              <a:t>()</a:t>
            </a:r>
          </a:p>
          <a:p>
            <a:pPr lvl="1"/>
            <a:r>
              <a:rPr lang="en-US" altLang="zh-TW" dirty="0" err="1"/>
              <a:t>srand</a:t>
            </a:r>
            <a:r>
              <a:rPr lang="en-US" altLang="zh-TW" dirty="0"/>
              <a:t>() function is provided by </a:t>
            </a:r>
            <a:r>
              <a:rPr lang="en-US" altLang="zh-TW" dirty="0" err="1"/>
              <a:t>stdlib.h</a:t>
            </a:r>
            <a:r>
              <a:rPr lang="en-US" altLang="zh-TW" dirty="0"/>
              <a:t> library.</a:t>
            </a:r>
          </a:p>
          <a:p>
            <a:pPr lvl="1"/>
            <a:endParaRPr lang="en-US" altLang="zh-TW" sz="800" dirty="0"/>
          </a:p>
          <a:p>
            <a:pPr lvl="1"/>
            <a:r>
              <a:rPr lang="en-US" altLang="zh-TW" dirty="0"/>
              <a:t>This function seeds the random number generator used by the function rand().</a:t>
            </a:r>
          </a:p>
          <a:p>
            <a:endParaRPr lang="en-US" altLang="zh-TW" b="1" dirty="0"/>
          </a:p>
          <a:p>
            <a:endParaRPr lang="en-US" altLang="zh-TW" b="1" dirty="0"/>
          </a:p>
        </p:txBody>
      </p:sp>
      <p:sp>
        <p:nvSpPr>
          <p:cNvPr id="33796" name="Rectangle 8">
            <a:extLst>
              <a:ext uri="{FF2B5EF4-FFF2-40B4-BE49-F238E27FC236}">
                <a16:creationId xmlns:a16="http://schemas.microsoft.com/office/drawing/2014/main" id="{F98D9E87-E382-4120-8AD6-04B94213F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3068639"/>
            <a:ext cx="7286625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#include&lt;stdlib.h&gt;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/>
          </a:p>
        </p:txBody>
      </p:sp>
      <p:sp>
        <p:nvSpPr>
          <p:cNvPr id="33797" name="Rectangle 8">
            <a:extLst>
              <a:ext uri="{FF2B5EF4-FFF2-40B4-BE49-F238E27FC236}">
                <a16:creationId xmlns:a16="http://schemas.microsoft.com/office/drawing/2014/main" id="{BBA7A92D-580C-4277-9DCD-F91A40DB5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4900"/>
            <a:ext cx="7269162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void srand(unsigned int seed);</a:t>
            </a:r>
          </a:p>
        </p:txBody>
      </p:sp>
      <p:sp>
        <p:nvSpPr>
          <p:cNvPr id="33798" name="矩形 1">
            <a:extLst>
              <a:ext uri="{FF2B5EF4-FFF2-40B4-BE49-F238E27FC236}">
                <a16:creationId xmlns:a16="http://schemas.microsoft.com/office/drawing/2014/main" id="{8FEED761-9B8D-42B5-8DDD-115DF89E9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221164"/>
            <a:ext cx="7286625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1800" dirty="0"/>
              <a:t>ex. : </a:t>
            </a:r>
            <a:r>
              <a:rPr lang="en-US" altLang="zh-TW" sz="1800" dirty="0" err="1"/>
              <a:t>srand</a:t>
            </a:r>
            <a:r>
              <a:rPr lang="en-US" altLang="zh-TW" sz="1800" dirty="0"/>
              <a:t>(time(NULL));</a:t>
            </a:r>
          </a:p>
        </p:txBody>
      </p:sp>
      <p:sp>
        <p:nvSpPr>
          <p:cNvPr id="33799" name="投影片編號版面配置區 1">
            <a:extLst>
              <a:ext uri="{FF2B5EF4-FFF2-40B4-BE49-F238E27FC236}">
                <a16:creationId xmlns:a16="http://schemas.microsoft.com/office/drawing/2014/main" id="{A7D2208A-D204-40CF-B642-E3B58621D8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9E7CA-91ED-4C86-A250-67D2D70F4491}" type="slidenum">
              <a:rPr kumimoji="0" lang="en-US" altLang="zh-TW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251259"/>
          </a:xfrm>
        </p:spPr>
        <p:txBody>
          <a:bodyPr/>
          <a:lstStyle/>
          <a:p>
            <a:r>
              <a:rPr lang="en-US" altLang="zh-TW" b="1" dirty="0"/>
              <a:t>Random Offset Generation</a:t>
            </a:r>
          </a:p>
          <a:p>
            <a:pPr lvl="1"/>
            <a:r>
              <a:rPr lang="en-US" altLang="zh-TW" dirty="0"/>
              <a:t>Use rand() to generate a random block index.</a:t>
            </a:r>
          </a:p>
          <a:p>
            <a:pPr lvl="1"/>
            <a:r>
              <a:rPr lang="en-US" altLang="zh-TW" dirty="0"/>
              <a:t>Initialize the random seed once using: </a:t>
            </a:r>
            <a:r>
              <a:rPr lang="en-US" altLang="zh-TW" dirty="0" err="1"/>
              <a:t>srand</a:t>
            </a:r>
            <a:r>
              <a:rPr lang="en-US" altLang="zh-TW" dirty="0"/>
              <a:t>(time(NULL));</a:t>
            </a:r>
          </a:p>
          <a:p>
            <a:pPr lvl="1"/>
            <a:r>
              <a:rPr lang="en-US" altLang="zh-TW" dirty="0"/>
              <a:t>Ensure the selected offset is </a:t>
            </a:r>
            <a:r>
              <a:rPr lang="en-US" altLang="zh-TW" b="1" dirty="0"/>
              <a:t>4KB-aligned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The offset must be within the 100MB file range.</a:t>
            </a:r>
          </a:p>
          <a:p>
            <a:pPr marL="0" indent="0">
              <a:buNone/>
            </a:pP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r>
              <a:rPr lang="en-US" altLang="zh-TW" b="1" dirty="0"/>
              <a:t>Hint</a:t>
            </a:r>
          </a:p>
          <a:p>
            <a:pPr lvl="1"/>
            <a:r>
              <a:rPr lang="en-US" altLang="zh-TW" dirty="0"/>
              <a:t>Call </a:t>
            </a:r>
            <a:r>
              <a:rPr lang="en-US" altLang="zh-TW" dirty="0" err="1"/>
              <a:t>srand</a:t>
            </a:r>
            <a:r>
              <a:rPr lang="en-US" altLang="zh-TW"/>
              <a:t>() </a:t>
            </a:r>
            <a:r>
              <a:rPr lang="en-US" altLang="zh-TW" dirty="0"/>
              <a:t>in main().</a:t>
            </a:r>
          </a:p>
          <a:p>
            <a:pPr lvl="1"/>
            <a:r>
              <a:rPr lang="en-US" altLang="zh-TW" dirty="0"/>
              <a:t>Before each random write or read, call (rand()%block numbers)*block size. 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E6A21-07EF-4BF8-A947-FF8F0168D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306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AAB3-0434-0EC0-DA7E-BF8FADF8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C265E-F4FB-4ABB-7AF8-932B705B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362CC-1F80-4C33-7AC6-3404FFB8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251259"/>
          </a:xfrm>
        </p:spPr>
        <p:txBody>
          <a:bodyPr/>
          <a:lstStyle/>
          <a:p>
            <a:r>
              <a:rPr lang="en-US" altLang="zh-TW" b="1" dirty="0"/>
              <a:t>Random Read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offset.</a:t>
            </a:r>
          </a:p>
          <a:p>
            <a:pPr lvl="2"/>
            <a:r>
              <a:rPr lang="en-US" altLang="zh-TW" dirty="0"/>
              <a:t>Read </a:t>
            </a:r>
            <a:r>
              <a:rPr lang="en-US" altLang="zh-TW" b="1" dirty="0"/>
              <a:t>4KB of data</a:t>
            </a:r>
            <a:r>
              <a:rPr lang="en-US" altLang="zh-TW" dirty="0"/>
              <a:t> from that position.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b="1" dirty="0"/>
              <a:t>Random Buffered Write (Single Sync)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B63CEC-6D64-65C3-7238-910102BE82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091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AAB3-0434-0EC0-DA7E-BF8FADF8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C265E-F4FB-4ABB-7AF8-932B705B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362CC-1F80-4C33-7AC6-3404FFB8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251259"/>
          </a:xfrm>
        </p:spPr>
        <p:txBody>
          <a:bodyPr/>
          <a:lstStyle/>
          <a:p>
            <a:r>
              <a:rPr lang="en-US" altLang="zh-TW" b="1" dirty="0"/>
              <a:t>Random Synchronous Write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pPr lvl="2"/>
            <a:r>
              <a:rPr lang="en-US" altLang="zh-TW" dirty="0"/>
              <a:t>Call </a:t>
            </a:r>
            <a:r>
              <a:rPr lang="en-US" altLang="zh-TW" dirty="0" err="1"/>
              <a:t>fsync</a:t>
            </a:r>
            <a:r>
              <a:rPr lang="en-US" altLang="zh-TW" dirty="0"/>
              <a:t>() after each write.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The execution time of each workload must be measured independently.</a:t>
            </a:r>
          </a:p>
          <a:p>
            <a:pPr lvl="1"/>
            <a:r>
              <a:rPr lang="en-US" altLang="zh-TW" dirty="0"/>
              <a:t>Use </a:t>
            </a:r>
            <a:r>
              <a:rPr lang="en-US" altLang="zh-TW" dirty="0" err="1"/>
              <a:t>gettimeofday</a:t>
            </a:r>
            <a:r>
              <a:rPr lang="en-US" altLang="zh-TW" dirty="0"/>
              <a:t>() (or a similar high-resolution timing function).</a:t>
            </a:r>
          </a:p>
          <a:p>
            <a:pPr lvl="1"/>
            <a:r>
              <a:rPr lang="en-US" altLang="zh-TW" dirty="0"/>
              <a:t>The timing interval should include only the workload execution.</a:t>
            </a:r>
          </a:p>
          <a:p>
            <a:pPr lvl="1"/>
            <a:r>
              <a:rPr lang="en-US" altLang="zh-TW" dirty="0"/>
              <a:t>Exclude file creation time from the measurement.</a:t>
            </a:r>
          </a:p>
          <a:p>
            <a:pPr lvl="1"/>
            <a:r>
              <a:rPr lang="en-US" altLang="zh-TW" dirty="0"/>
              <a:t>Report the total elapsed time for each workload.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B63CEC-6D64-65C3-7238-910102BE82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608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E4DFB-2D2D-407D-A340-0B7A086E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F3C367-B181-4D41-8304-68A7537C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gettimeofday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Get the time as well as a </a:t>
            </a:r>
            <a:r>
              <a:rPr lang="en-US" altLang="zh-TW" dirty="0" err="1"/>
              <a:t>timezone</a:t>
            </a:r>
            <a:r>
              <a:rPr lang="en-US" altLang="zh-TW" dirty="0"/>
              <a:t>.</a:t>
            </a:r>
          </a:p>
          <a:p>
            <a:pPr lvl="1"/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5105E9-820A-4FBF-A40C-30B11652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34" y="2426335"/>
            <a:ext cx="10535666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#include &lt;sys/</a:t>
            </a:r>
            <a:r>
              <a:rPr lang="en-US" altLang="zh-TW" dirty="0" err="1"/>
              <a:t>time.h</a:t>
            </a:r>
            <a:r>
              <a:rPr lang="en-US" altLang="zh-TW" dirty="0"/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72011-41EC-4A95-8648-A18511A2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34" y="3002598"/>
            <a:ext cx="10535666" cy="519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int </a:t>
            </a:r>
            <a:r>
              <a:rPr lang="en-US" altLang="zh-TW" dirty="0" err="1"/>
              <a:t>gettimeofday</a:t>
            </a:r>
            <a:r>
              <a:rPr lang="en-US" altLang="zh-TW" dirty="0"/>
              <a:t> (struct </a:t>
            </a:r>
            <a:r>
              <a:rPr lang="en-US" altLang="zh-TW" dirty="0" err="1"/>
              <a:t>timeval</a:t>
            </a:r>
            <a:r>
              <a:rPr lang="en-US" altLang="zh-TW" dirty="0"/>
              <a:t> *tv, struct </a:t>
            </a:r>
            <a:r>
              <a:rPr lang="en-US" altLang="zh-TW" dirty="0" err="1"/>
              <a:t>timezone</a:t>
            </a:r>
            <a:r>
              <a:rPr lang="en-US" altLang="zh-TW" dirty="0"/>
              <a:t> *</a:t>
            </a:r>
            <a:r>
              <a:rPr lang="en-US" altLang="zh-TW" dirty="0" err="1"/>
              <a:t>tz</a:t>
            </a:r>
            <a:r>
              <a:rPr lang="en-US" altLang="zh-TW" dirty="0"/>
              <a:t> );</a:t>
            </a:r>
          </a:p>
          <a:p>
            <a:pPr eaLnBrk="1" hangingPunct="1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605C0-BAA8-4469-9DC6-B082973EC767}"/>
              </a:ext>
            </a:extLst>
          </p:cNvPr>
          <p:cNvSpPr/>
          <p:nvPr/>
        </p:nvSpPr>
        <p:spPr>
          <a:xfrm>
            <a:off x="1046734" y="3814761"/>
            <a:ext cx="10535666" cy="2586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TW" dirty="0" err="1">
                <a:solidFill>
                  <a:srgbClr val="0000CC"/>
                </a:solidFill>
                <a:latin typeface="Arial" charset="0"/>
              </a:rPr>
              <a:t>struct</a:t>
            </a:r>
            <a:r>
              <a:rPr lang="en-US" altLang="zh-TW" dirty="0">
                <a:solidFill>
                  <a:srgbClr val="0000CC"/>
                </a:solidFill>
                <a:latin typeface="Arial" charset="0"/>
              </a:rPr>
              <a:t> </a:t>
            </a:r>
            <a:r>
              <a:rPr lang="en-US" altLang="zh-TW" dirty="0" err="1">
                <a:solidFill>
                  <a:srgbClr val="0000CC"/>
                </a:solidFill>
                <a:latin typeface="Arial" charset="0"/>
              </a:rPr>
              <a:t>timeval</a:t>
            </a:r>
            <a:r>
              <a:rPr lang="en-US" altLang="zh-TW" dirty="0">
                <a:solidFill>
                  <a:srgbClr val="0000CC"/>
                </a:solidFill>
                <a:latin typeface="Arial" charset="0"/>
              </a:rPr>
              <a:t> </a:t>
            </a:r>
            <a:r>
              <a:rPr lang="en-US" altLang="zh-TW" dirty="0">
                <a:latin typeface="Arial" charset="0"/>
                <a:ea typeface="新細明體" charset="-120"/>
              </a:rPr>
              <a:t>{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	</a:t>
            </a:r>
            <a:r>
              <a:rPr lang="en-US" altLang="zh-TW" dirty="0" err="1">
                <a:latin typeface="Arial" charset="0"/>
                <a:ea typeface="新細明體" charset="-120"/>
              </a:rPr>
              <a:t>time_t</a:t>
            </a:r>
            <a:r>
              <a:rPr lang="en-US" altLang="zh-TW" dirty="0">
                <a:latin typeface="Arial" charset="0"/>
                <a:ea typeface="新細明體" charset="-120"/>
              </a:rPr>
              <a:t> </a:t>
            </a:r>
            <a:r>
              <a:rPr lang="en-US" altLang="zh-TW" dirty="0" err="1">
                <a:latin typeface="Arial" charset="0"/>
                <a:ea typeface="新細明體" charset="-120"/>
              </a:rPr>
              <a:t>tv_sec</a:t>
            </a:r>
            <a:r>
              <a:rPr lang="en-US" altLang="zh-TW" dirty="0">
                <a:latin typeface="Arial" charset="0"/>
                <a:ea typeface="新細明體" charset="-120"/>
              </a:rPr>
              <a:t>; 		/* seconds */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	</a:t>
            </a:r>
            <a:r>
              <a:rPr lang="en-US" altLang="zh-TW" dirty="0" err="1">
                <a:latin typeface="Arial" charset="0"/>
                <a:ea typeface="新細明體" charset="-120"/>
              </a:rPr>
              <a:t>suseconds_t</a:t>
            </a:r>
            <a:r>
              <a:rPr lang="en-US" altLang="zh-TW" dirty="0">
                <a:latin typeface="Arial" charset="0"/>
                <a:ea typeface="新細明體" charset="-120"/>
              </a:rPr>
              <a:t> </a:t>
            </a:r>
            <a:r>
              <a:rPr lang="en-US" altLang="zh-TW" dirty="0" err="1">
                <a:latin typeface="Arial" charset="0"/>
                <a:ea typeface="新細明體" charset="-120"/>
              </a:rPr>
              <a:t>tv_usec</a:t>
            </a:r>
            <a:r>
              <a:rPr lang="en-US" altLang="zh-TW" dirty="0">
                <a:latin typeface="Arial" charset="0"/>
                <a:ea typeface="新細明體" charset="-120"/>
              </a:rPr>
              <a:t>; 	/* microseconds */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};</a:t>
            </a:r>
            <a:endParaRPr lang="en-US" altLang="zh-TW" dirty="0">
              <a:latin typeface="Arial" charset="0"/>
            </a:endParaRPr>
          </a:p>
          <a:p>
            <a:pPr eaLnBrk="1" hangingPunct="1">
              <a:defRPr/>
            </a:pPr>
            <a:endParaRPr lang="en-US" altLang="zh-TW" dirty="0">
              <a:latin typeface="Arial" charset="0"/>
            </a:endParaRPr>
          </a:p>
          <a:p>
            <a:pPr eaLnBrk="1" hangingPunct="1">
              <a:defRPr/>
            </a:pPr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  <a:ea typeface="新細明體" charset="-120"/>
              </a:rPr>
              <a:t>struct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  <a:ea typeface="新細明體" charset="-120"/>
              </a:rPr>
              <a:t> </a:t>
            </a:r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  <a:ea typeface="新細明體" charset="-120"/>
              </a:rPr>
              <a:t>timezone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  <a:ea typeface="新細明體" charset="-120"/>
              </a:rPr>
              <a:t> </a:t>
            </a:r>
            <a:r>
              <a:rPr lang="en-US" altLang="zh-TW" dirty="0">
                <a:latin typeface="Arial" charset="0"/>
                <a:ea typeface="新細明體" charset="-120"/>
              </a:rPr>
              <a:t>{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	</a:t>
            </a:r>
            <a:r>
              <a:rPr lang="en-US" altLang="zh-TW" dirty="0" err="1">
                <a:latin typeface="Arial" charset="0"/>
                <a:ea typeface="新細明體" charset="-120"/>
              </a:rPr>
              <a:t>int</a:t>
            </a:r>
            <a:r>
              <a:rPr lang="en-US" altLang="zh-TW" dirty="0">
                <a:latin typeface="Arial" charset="0"/>
                <a:ea typeface="新細明體" charset="-120"/>
              </a:rPr>
              <a:t> </a:t>
            </a:r>
            <a:r>
              <a:rPr lang="en-US" altLang="zh-TW" dirty="0" err="1">
                <a:latin typeface="Arial" charset="0"/>
                <a:ea typeface="新細明體" charset="-120"/>
              </a:rPr>
              <a:t>tz_minuteswest</a:t>
            </a:r>
            <a:r>
              <a:rPr lang="en-US" altLang="zh-TW" dirty="0">
                <a:latin typeface="Arial" charset="0"/>
                <a:ea typeface="新細明體" charset="-120"/>
              </a:rPr>
              <a:t>; 	/* minutes west of Greenwich */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	</a:t>
            </a:r>
            <a:r>
              <a:rPr lang="en-US" altLang="zh-TW" dirty="0" err="1">
                <a:latin typeface="Arial" charset="0"/>
                <a:ea typeface="新細明體" charset="-120"/>
              </a:rPr>
              <a:t>int</a:t>
            </a:r>
            <a:r>
              <a:rPr lang="en-US" altLang="zh-TW" dirty="0">
                <a:latin typeface="Arial" charset="0"/>
                <a:ea typeface="新細明體" charset="-120"/>
              </a:rPr>
              <a:t> </a:t>
            </a:r>
            <a:r>
              <a:rPr lang="en-US" altLang="zh-TW" dirty="0" err="1">
                <a:latin typeface="Arial" charset="0"/>
                <a:ea typeface="新細明體" charset="-120"/>
              </a:rPr>
              <a:t>tz_dsttime</a:t>
            </a:r>
            <a:r>
              <a:rPr lang="en-US" altLang="zh-TW" dirty="0">
                <a:latin typeface="Arial" charset="0"/>
                <a:ea typeface="新細明體" charset="-120"/>
              </a:rPr>
              <a:t>; 		/* type of DST correction */ </a:t>
            </a:r>
          </a:p>
          <a:p>
            <a:pPr eaLnBrk="1" hangingPunct="1">
              <a:defRPr/>
            </a:pPr>
            <a:r>
              <a:rPr lang="en-US" altLang="zh-TW" dirty="0">
                <a:latin typeface="Arial" charset="0"/>
                <a:ea typeface="新細明體" charset="-120"/>
              </a:rPr>
              <a:t>};</a:t>
            </a:r>
            <a:endParaRPr lang="en-US" altLang="zh-TW" dirty="0">
              <a:solidFill>
                <a:srgbClr val="0000CC"/>
              </a:solidFill>
              <a:latin typeface="Arial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3E18E6-F37C-4920-ADD2-CFFA328AC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968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DEAE6-1C14-4BA0-BB64-18D54D8A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FE59EF-518F-4F2B-9CDE-7B26607D2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EX: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FE6150-4C00-4BEE-BF92-C7DBE8565F0B}"/>
              </a:ext>
            </a:extLst>
          </p:cNvPr>
          <p:cNvSpPr txBox="1"/>
          <p:nvPr/>
        </p:nvSpPr>
        <p:spPr>
          <a:xfrm>
            <a:off x="1995037" y="2137873"/>
            <a:ext cx="82019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int main()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{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struct  </a:t>
            </a:r>
            <a:r>
              <a:rPr lang="en-US" altLang="zh-TW" dirty="0" err="1"/>
              <a:t>timeval</a:t>
            </a:r>
            <a:r>
              <a:rPr lang="en-US" altLang="zh-TW" dirty="0"/>
              <a:t> start;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struct  </a:t>
            </a:r>
            <a:r>
              <a:rPr lang="en-US" altLang="zh-TW" dirty="0" err="1"/>
              <a:t>timeval</a:t>
            </a:r>
            <a:r>
              <a:rPr lang="en-US" altLang="zh-TW" dirty="0"/>
              <a:t> end;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 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unsigned  long diff;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</a:t>
            </a:r>
            <a:r>
              <a:rPr lang="en-US" altLang="zh-TW" dirty="0" err="1"/>
              <a:t>gettimeofday</a:t>
            </a:r>
            <a:r>
              <a:rPr lang="en-US" altLang="zh-TW" dirty="0"/>
              <a:t>(&amp;</a:t>
            </a:r>
            <a:r>
              <a:rPr lang="en-US" altLang="zh-TW" dirty="0" err="1"/>
              <a:t>start,NULL</a:t>
            </a:r>
            <a:r>
              <a:rPr lang="en-US" altLang="zh-TW" dirty="0"/>
              <a:t>);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delay(10);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</a:t>
            </a:r>
            <a:r>
              <a:rPr lang="en-US" altLang="zh-TW" dirty="0" err="1"/>
              <a:t>gettimeofday</a:t>
            </a:r>
            <a:r>
              <a:rPr lang="en-US" altLang="zh-TW" dirty="0"/>
              <a:t>(&amp;</a:t>
            </a:r>
            <a:r>
              <a:rPr lang="en-US" altLang="zh-TW" dirty="0" err="1"/>
              <a:t>end,NULL</a:t>
            </a:r>
            <a:r>
              <a:rPr lang="en-US" altLang="zh-TW" dirty="0"/>
              <a:t>);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diff = 1000000 * (</a:t>
            </a:r>
            <a:r>
              <a:rPr lang="en-US" altLang="zh-TW" dirty="0" err="1"/>
              <a:t>end.tv_sec-start.tv_sec</a:t>
            </a:r>
            <a:r>
              <a:rPr lang="en-US" altLang="zh-TW" dirty="0"/>
              <a:t>)+ </a:t>
            </a:r>
            <a:r>
              <a:rPr lang="en-US" altLang="zh-TW" dirty="0" err="1"/>
              <a:t>end.tv_usec-start.tv_usec</a:t>
            </a:r>
            <a:r>
              <a:rPr lang="en-US" altLang="zh-TW" dirty="0"/>
              <a:t>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</a:t>
            </a:r>
            <a:r>
              <a:rPr lang="en-US" altLang="zh-TW" dirty="0" err="1"/>
              <a:t>printf</a:t>
            </a:r>
            <a:r>
              <a:rPr lang="en-US" altLang="zh-TW" dirty="0"/>
              <a:t>("the difference is %</a:t>
            </a:r>
            <a:r>
              <a:rPr lang="en-US" altLang="zh-TW" dirty="0" err="1"/>
              <a:t>ld</a:t>
            </a:r>
            <a:r>
              <a:rPr lang="en-US" altLang="zh-TW" dirty="0"/>
              <a:t> (us)\n”, diff);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        return 0;</a:t>
            </a:r>
          </a:p>
          <a:p>
            <a:pPr marL="400050" lvl="1" indent="0">
              <a:buFont typeface="Wingdings" charset="2"/>
              <a:buNone/>
              <a:defRPr/>
            </a:pPr>
            <a:r>
              <a:rPr lang="en-US" altLang="zh-TW" dirty="0"/>
              <a:t>}</a:t>
            </a:r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9BE8EF-ECC8-43E5-9845-EE7CC94A01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082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BE1E7-8AC4-4FA0-B72E-813286E8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#1_1(cont.)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AAC52F-007F-4C40-8C5E-BD7EC52FF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you want to take a look at the total available as well as used memory in the system. You can use </a:t>
            </a:r>
            <a:r>
              <a:rPr lang="en-US" altLang="zh-TW" b="1" dirty="0"/>
              <a:t>free</a:t>
            </a:r>
            <a:r>
              <a:rPr lang="en-US" altLang="zh-TW" dirty="0"/>
              <a:t> command.</a:t>
            </a:r>
          </a:p>
          <a:p>
            <a:r>
              <a:rPr lang="en-US" altLang="zh-TW" dirty="0"/>
              <a:t>To clean the Linux buffer/cache, you can use </a:t>
            </a:r>
            <a:r>
              <a:rPr lang="pl-PL" altLang="zh-TW" b="1" dirty="0"/>
              <a:t>echo 3 &gt; /proc/sys/vm/drop_caches</a:t>
            </a:r>
            <a:r>
              <a:rPr lang="en-US" altLang="zh-TW" b="1" dirty="0"/>
              <a:t> </a:t>
            </a:r>
            <a:r>
              <a:rPr lang="en-US" altLang="zh-TW" dirty="0"/>
              <a:t>command. Notice that, you should run it in </a:t>
            </a:r>
            <a:r>
              <a:rPr lang="en-US" altLang="zh-TW" b="1" dirty="0"/>
              <a:t>root</a:t>
            </a:r>
            <a:r>
              <a:rPr lang="en-US" altLang="zh-TW" dirty="0"/>
              <a:t> mode.</a:t>
            </a:r>
          </a:p>
          <a:p>
            <a:endParaRPr lang="en-US" altLang="zh-TW" dirty="0"/>
          </a:p>
          <a:p>
            <a:r>
              <a:rPr lang="en-US" altLang="zh-TW" dirty="0"/>
              <a:t>Ex: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34CAFC-7D20-46D7-981D-2CA1BACF97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23E426F-353E-4870-A1E7-A9D41DCF1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292" y="3987209"/>
            <a:ext cx="9033416" cy="160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50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System call</a:t>
            </a:r>
            <a:r>
              <a:rPr lang="zh-TW" altLang="en-US" b="1" dirty="0">
                <a:solidFill>
                  <a:srgbClr val="FF0000"/>
                </a:solidFill>
              </a:rPr>
              <a:t>：</a:t>
            </a:r>
            <a:r>
              <a:rPr lang="en-US" altLang="zh-TW" b="1" dirty="0">
                <a:solidFill>
                  <a:srgbClr val="FF0000"/>
                </a:solidFill>
              </a:rPr>
              <a:t>open()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>
                <a:solidFill>
                  <a:srgbClr val="FF0000"/>
                </a:solidFill>
              </a:rPr>
              <a:t>read()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>
                <a:solidFill>
                  <a:srgbClr val="FF0000"/>
                </a:solidFill>
              </a:rPr>
              <a:t>write()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>
                <a:solidFill>
                  <a:srgbClr val="FF0000"/>
                </a:solidFill>
              </a:rPr>
              <a:t>close()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 err="1">
                <a:solidFill>
                  <a:srgbClr val="FF0000"/>
                </a:solidFill>
              </a:rPr>
              <a:t>lseek</a:t>
            </a:r>
            <a:r>
              <a:rPr lang="en-US" altLang="zh-TW" b="1" dirty="0">
                <a:solidFill>
                  <a:srgbClr val="FF0000"/>
                </a:solidFill>
              </a:rPr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99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 system call interface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/>
              <a:t>open()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&lt;sys/</a:t>
            </a:r>
            <a:r>
              <a:rPr lang="en-US" altLang="zh-TW" dirty="0" err="1">
                <a:solidFill>
                  <a:schemeClr val="tx1"/>
                </a:solidFill>
              </a:rPr>
              <a:t>types.h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#include &lt;sys/</a:t>
            </a:r>
            <a:r>
              <a:rPr lang="en-US" altLang="zh-TW" dirty="0" err="1">
                <a:solidFill>
                  <a:schemeClr val="tx1"/>
                </a:solidFill>
              </a:rPr>
              <a:t>stat.h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#include &lt;</a:t>
            </a:r>
            <a:r>
              <a:rPr lang="en-US" altLang="zh-TW" dirty="0" err="1">
                <a:solidFill>
                  <a:schemeClr val="tx1"/>
                </a:solidFill>
              </a:rPr>
              <a:t>fcntl.h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1" y="2590846"/>
            <a:ext cx="9667782" cy="667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TW" dirty="0">
                <a:solidFill>
                  <a:schemeClr val="tx1"/>
                </a:solidFill>
              </a:rPr>
              <a:t>int open ( const char *filename, int flags );</a:t>
            </a:r>
          </a:p>
          <a:p>
            <a:r>
              <a:rPr lang="fr-FR" altLang="zh-TW" dirty="0">
                <a:solidFill>
                  <a:schemeClr val="tx1"/>
                </a:solidFill>
              </a:rPr>
              <a:t>Int open ( const char *filename, int flags, mode_t mode 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2" y="3346703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f1 = open ( "hello.txt", O_WRONLY | O_TRUNC );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37691" y="3823981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flags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D4C610-19C8-4E99-B130-8FE1FFCBB057}"/>
              </a:ext>
            </a:extLst>
          </p:cNvPr>
          <p:cNvSpPr txBox="1"/>
          <p:nvPr/>
        </p:nvSpPr>
        <p:spPr>
          <a:xfrm>
            <a:off x="1237691" y="6352260"/>
            <a:ext cx="981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Return the file descriptor, or -1 is returned and </a:t>
            </a:r>
            <a:r>
              <a:rPr lang="en-US" altLang="zh-TW" b="1" i="1" dirty="0" err="1"/>
              <a:t>errno</a:t>
            </a:r>
            <a:r>
              <a:rPr lang="en-US" altLang="zh-TW" dirty="0"/>
              <a:t> is set appropriately. </a:t>
            </a:r>
            <a:endParaRPr lang="zh-TW" altLang="en-US" b="1" i="1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7F4E3F7-36C4-457E-97F5-87B37DE37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70957"/>
              </p:ext>
            </p:extLst>
          </p:nvPr>
        </p:nvGraphicFramePr>
        <p:xfrm>
          <a:off x="1338300" y="4157801"/>
          <a:ext cx="956717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9">
                  <a:extLst>
                    <a:ext uri="{9D8B030D-6E8A-4147-A177-3AD203B41FA5}">
                      <a16:colId xmlns:a16="http://schemas.microsoft.com/office/drawing/2014/main" val="1326493482"/>
                    </a:ext>
                  </a:extLst>
                </a:gridCol>
                <a:gridCol w="7966963">
                  <a:extLst>
                    <a:ext uri="{9D8B030D-6E8A-4147-A177-3AD203B41FA5}">
                      <a16:colId xmlns:a16="http://schemas.microsoft.com/office/drawing/2014/main" val="2267461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O_RDONLY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 only.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25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O_WRONLY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only.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63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O_RDWR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 and write.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00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O_CREAT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file if it doesn’t exist.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0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O_TRUNC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file already exists and the open mode allows writing (i.e., is O_RDWR or O_WRONLY) it will be truncated to length 0.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788212"/>
                  </a:ext>
                </a:extLst>
              </a:tr>
            </a:tbl>
          </a:graphicData>
        </a:graphic>
      </p:graphicFrame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385B15B9-B011-47A2-9011-8F75224B0B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984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 system call interface(cont.)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/>
              <a:t>read()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38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#include&lt;</a:t>
            </a:r>
            <a:r>
              <a:rPr lang="en-US" altLang="zh-TW" dirty="0" err="1">
                <a:solidFill>
                  <a:schemeClr val="tx1"/>
                </a:solidFill>
              </a:rPr>
              <a:t>unistd.h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084279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ssize_t</a:t>
            </a:r>
            <a:r>
              <a:rPr lang="en-US" altLang="zh-TW" dirty="0">
                <a:solidFill>
                  <a:schemeClr val="tx1"/>
                </a:solidFill>
              </a:rPr>
              <a:t> read(int </a:t>
            </a:r>
            <a:r>
              <a:rPr lang="en-US" altLang="zh-TW" dirty="0" err="1">
                <a:solidFill>
                  <a:schemeClr val="tx1"/>
                </a:solidFill>
              </a:rPr>
              <a:t>fd</a:t>
            </a:r>
            <a:r>
              <a:rPr lang="en-US" altLang="zh-TW" dirty="0">
                <a:solidFill>
                  <a:schemeClr val="tx1"/>
                </a:solidFill>
              </a:rPr>
              <a:t>, void *buf,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count);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0" y="2590587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read(f1, buffer, 4);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37689" y="322530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fd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file descriptor of where to read the input.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D4C610-19C8-4E99-B130-8FE1FFCBB057}"/>
              </a:ext>
            </a:extLst>
          </p:cNvPr>
          <p:cNvSpPr txBox="1"/>
          <p:nvPr/>
        </p:nvSpPr>
        <p:spPr>
          <a:xfrm>
            <a:off x="1237685" y="5279589"/>
            <a:ext cx="966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Upon successful completion, it shall return a non-negative integer indicating the number of bytes actually read. Otherwise, the functions shall return -1 and set </a:t>
            </a:r>
            <a:r>
              <a:rPr lang="en-US" altLang="zh-TW" b="1" i="1" dirty="0" err="1"/>
              <a:t>errno</a:t>
            </a:r>
            <a:r>
              <a:rPr lang="en-US" altLang="zh-TW" dirty="0"/>
              <a:t> to indicate the error.</a:t>
            </a:r>
            <a:endParaRPr lang="zh-TW" altLang="en-US" b="1" i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DD62DD-238F-4F42-B3D1-E702DEC5CD84}"/>
              </a:ext>
            </a:extLst>
          </p:cNvPr>
          <p:cNvSpPr txBox="1"/>
          <p:nvPr/>
        </p:nvSpPr>
        <p:spPr>
          <a:xfrm>
            <a:off x="1237687" y="381773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buf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A character array where the read content will be stored.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A0F7BBB-035D-456E-BCB0-CC7C77558AE3}"/>
              </a:ext>
            </a:extLst>
          </p:cNvPr>
          <p:cNvSpPr txBox="1"/>
          <p:nvPr/>
        </p:nvSpPr>
        <p:spPr>
          <a:xfrm>
            <a:off x="1237686" y="4410160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count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number of bytes to read before truncating the data. If the data to be read is smaller than </a:t>
            </a:r>
            <a:r>
              <a:rPr lang="en-US" altLang="zh-TW" dirty="0" err="1"/>
              <a:t>nbytes</a:t>
            </a:r>
            <a:r>
              <a:rPr lang="en-US" altLang="zh-TW" dirty="0"/>
              <a:t>, all data is saved in the buffer.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B3336C8-A77D-4B71-B27C-8015BD60BD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254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 system call interface(cont.)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/>
              <a:t>write()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38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#include&lt;</a:t>
            </a:r>
            <a:r>
              <a:rPr lang="en-US" altLang="zh-TW" dirty="0" err="1">
                <a:solidFill>
                  <a:schemeClr val="tx1"/>
                </a:solidFill>
              </a:rPr>
              <a:t>unistd.h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084279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ssize_t</a:t>
            </a:r>
            <a:r>
              <a:rPr lang="en-US" altLang="zh-TW" dirty="0">
                <a:solidFill>
                  <a:schemeClr val="tx1"/>
                </a:solidFill>
              </a:rPr>
              <a:t> write(int </a:t>
            </a:r>
            <a:r>
              <a:rPr lang="en-US" altLang="zh-TW" dirty="0" err="1">
                <a:solidFill>
                  <a:schemeClr val="tx1"/>
                </a:solidFill>
              </a:rPr>
              <a:t>fd</a:t>
            </a:r>
            <a:r>
              <a:rPr lang="en-US" altLang="zh-TW" dirty="0">
                <a:solidFill>
                  <a:schemeClr val="tx1"/>
                </a:solidFill>
              </a:rPr>
              <a:t>, const void *buf,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count);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0" y="2590587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write(f1, buffer, 4);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37689" y="322530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fd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file descriptor of where to write the input.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D4C610-19C8-4E99-B130-8FE1FFCBB057}"/>
              </a:ext>
            </a:extLst>
          </p:cNvPr>
          <p:cNvSpPr txBox="1"/>
          <p:nvPr/>
        </p:nvSpPr>
        <p:spPr>
          <a:xfrm>
            <a:off x="1237685" y="5279589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On success, the number of bytes written is returned.  On error, -1 is returned, and </a:t>
            </a:r>
            <a:r>
              <a:rPr lang="en-US" altLang="zh-TW" b="1" i="1" dirty="0" err="1"/>
              <a:t>errno</a:t>
            </a:r>
            <a:r>
              <a:rPr lang="en-US" altLang="zh-TW" dirty="0"/>
              <a:t> is set to indicate the cause of the error.</a:t>
            </a:r>
            <a:endParaRPr lang="zh-TW" altLang="en-US" b="1" i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DD62DD-238F-4F42-B3D1-E702DEC5CD84}"/>
              </a:ext>
            </a:extLst>
          </p:cNvPr>
          <p:cNvSpPr txBox="1"/>
          <p:nvPr/>
        </p:nvSpPr>
        <p:spPr>
          <a:xfrm>
            <a:off x="1237687" y="381773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buf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A pointer to a buffer of at least </a:t>
            </a:r>
            <a:r>
              <a:rPr lang="en-US" altLang="zh-TW" dirty="0" err="1"/>
              <a:t>nbytes</a:t>
            </a:r>
            <a:r>
              <a:rPr lang="en-US" altLang="zh-TW" dirty="0"/>
              <a:t> bytes, which will be written to the file.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A0F7BBB-035D-456E-BCB0-CC7C77558AE3}"/>
              </a:ext>
            </a:extLst>
          </p:cNvPr>
          <p:cNvSpPr txBox="1"/>
          <p:nvPr/>
        </p:nvSpPr>
        <p:spPr>
          <a:xfrm>
            <a:off x="1237686" y="4410160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count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number of bytes to write. If smaller than the provided buffer, the output is truncated.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3C9571-E0ED-4C00-92BF-5B9F10804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831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 system call interface(cont.)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/>
              <a:t>close()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38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#include&lt;</a:t>
            </a:r>
            <a:r>
              <a:rPr lang="en-US" altLang="zh-TW" dirty="0" err="1">
                <a:solidFill>
                  <a:schemeClr val="tx1"/>
                </a:solidFill>
              </a:rPr>
              <a:t>unistd.h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084279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int close(int </a:t>
            </a:r>
            <a:r>
              <a:rPr lang="en-US" altLang="zh-TW" dirty="0" err="1">
                <a:solidFill>
                  <a:schemeClr val="tx1"/>
                </a:solidFill>
              </a:rPr>
              <a:t>fd</a:t>
            </a:r>
            <a:r>
              <a:rPr lang="en-US" altLang="zh-TW" dirty="0">
                <a:solidFill>
                  <a:schemeClr val="tx1"/>
                </a:solidFill>
              </a:rPr>
              <a:t>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0" y="2590587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/>
              <a:t>close(f1);</a:t>
            </a:r>
            <a:endParaRPr lang="en-US" altLang="zh-TW" dirty="0">
              <a:latin typeface="+mn-lt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37689" y="322530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fd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file descriptor to be closed.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D4C610-19C8-4E99-B130-8FE1FFCBB057}"/>
              </a:ext>
            </a:extLst>
          </p:cNvPr>
          <p:cNvSpPr txBox="1"/>
          <p:nvPr/>
        </p:nvSpPr>
        <p:spPr>
          <a:xfrm>
            <a:off x="1237688" y="3844824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returns zero on success. On error, -1 is returned, and </a:t>
            </a:r>
            <a:r>
              <a:rPr lang="en-US" altLang="zh-TW" b="1" dirty="0" err="1"/>
              <a:t>errno</a:t>
            </a:r>
            <a:r>
              <a:rPr lang="en-US" altLang="zh-TW" dirty="0"/>
              <a:t> is set appropriately.</a:t>
            </a:r>
            <a:endParaRPr lang="zh-TW" altLang="en-US" b="1" i="1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E8528E0-D815-4E42-BEA0-30CB0B68EC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896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 system call interface(cont.)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lseek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01305"/>
            <a:ext cx="9667782" cy="524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&lt;sys/</a:t>
            </a:r>
            <a:r>
              <a:rPr lang="en-US" altLang="zh-TW" dirty="0" err="1">
                <a:solidFill>
                  <a:schemeClr val="tx1"/>
                </a:solidFill>
              </a:rPr>
              <a:t>types.h</a:t>
            </a:r>
            <a:r>
              <a:rPr lang="en-US" altLang="zh-TW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#include&lt;unistd.h&gt;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126224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off_t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>
                <a:solidFill>
                  <a:schemeClr val="tx1"/>
                </a:solidFill>
              </a:rPr>
              <a:t>lseek</a:t>
            </a:r>
            <a:r>
              <a:rPr lang="en-US" altLang="zh-TW" dirty="0">
                <a:solidFill>
                  <a:schemeClr val="tx1"/>
                </a:solidFill>
              </a:rPr>
              <a:t>(int </a:t>
            </a:r>
            <a:r>
              <a:rPr lang="en-US" altLang="zh-TW" dirty="0" err="1">
                <a:solidFill>
                  <a:schemeClr val="tx1"/>
                </a:solidFill>
              </a:rPr>
              <a:t>fd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off_t</a:t>
            </a:r>
            <a:r>
              <a:rPr lang="en-US" altLang="zh-TW" dirty="0">
                <a:solidFill>
                  <a:schemeClr val="tx1"/>
                </a:solidFill>
              </a:rPr>
              <a:t> offset, int whence);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0" y="2640921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write(f1, 4096, SEEK_SET);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62109" y="3431392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fd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The file descriptor of where to change offset.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D4C610-19C8-4E99-B130-8FE1FFCBB057}"/>
              </a:ext>
            </a:extLst>
          </p:cNvPr>
          <p:cNvSpPr txBox="1"/>
          <p:nvPr/>
        </p:nvSpPr>
        <p:spPr>
          <a:xfrm>
            <a:off x="1237684" y="4665694"/>
            <a:ext cx="966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 Upon successful completion, </a:t>
            </a:r>
            <a:r>
              <a:rPr lang="en-US" altLang="zh-TW" dirty="0" err="1"/>
              <a:t>lseek</a:t>
            </a:r>
            <a:r>
              <a:rPr lang="en-US" altLang="zh-TW" dirty="0"/>
              <a:t>() returns the resulting offset location as measured in bytes from the beginning of the file.  On error, the value (</a:t>
            </a:r>
            <a:r>
              <a:rPr lang="en-US" altLang="zh-TW" dirty="0" err="1"/>
              <a:t>off_t</a:t>
            </a:r>
            <a:r>
              <a:rPr lang="en-US" altLang="zh-TW" dirty="0"/>
              <a:t>) -1 is returned and </a:t>
            </a:r>
            <a:r>
              <a:rPr lang="en-US" altLang="zh-TW" dirty="0" err="1"/>
              <a:t>errno</a:t>
            </a:r>
            <a:r>
              <a:rPr lang="en-US" altLang="zh-TW" dirty="0"/>
              <a:t> is set to indicate the error.</a:t>
            </a:r>
            <a:endParaRPr lang="zh-TW" altLang="en-US" b="1" i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DD62DD-238F-4F42-B3D1-E702DEC5CD84}"/>
              </a:ext>
            </a:extLst>
          </p:cNvPr>
          <p:cNvSpPr txBox="1"/>
          <p:nvPr/>
        </p:nvSpPr>
        <p:spPr>
          <a:xfrm>
            <a:off x="1237687" y="381773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offset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Number of bytes to offset from origin.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A0F7BBB-035D-456E-BCB0-CC7C77558AE3}"/>
              </a:ext>
            </a:extLst>
          </p:cNvPr>
          <p:cNvSpPr txBox="1"/>
          <p:nvPr/>
        </p:nvSpPr>
        <p:spPr>
          <a:xfrm>
            <a:off x="1237685" y="426234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whence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zh-TW" dirty="0"/>
              <a:t>Position used as reference for the offset.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3C9571-E0ED-4C00-92BF-5B9F10804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735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999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Write a C program that creates a </a:t>
            </a:r>
            <a:r>
              <a:rPr lang="en-US" altLang="zh-TW" b="1" dirty="0"/>
              <a:t>100MB file</a:t>
            </a:r>
            <a:r>
              <a:rPr lang="en-US" altLang="zh-TW" dirty="0"/>
              <a:t> on your local disk and measures the execution time of five different operations using the </a:t>
            </a:r>
            <a:r>
              <a:rPr lang="en-US" altLang="zh-TW" b="1" dirty="0"/>
              <a:t>system call I/O interface</a:t>
            </a:r>
            <a:r>
              <a:rPr lang="en-US" altLang="zh-TW" dirty="0"/>
              <a:t>(e.g.,</a:t>
            </a:r>
            <a:r>
              <a:rPr lang="zh-TW" altLang="en-US" dirty="0"/>
              <a:t> </a:t>
            </a:r>
            <a:r>
              <a:rPr lang="en-US" altLang="zh-TW" dirty="0"/>
              <a:t>open() ,read(), write(), </a:t>
            </a:r>
            <a:r>
              <a:rPr lang="en-US" altLang="zh-TW" dirty="0" err="1"/>
              <a:t>lseek</a:t>
            </a:r>
            <a:r>
              <a:rPr lang="en-US" altLang="zh-TW" dirty="0"/>
              <a:t>(), </a:t>
            </a:r>
            <a:r>
              <a:rPr lang="en-US" altLang="zh-TW" dirty="0" err="1"/>
              <a:t>ande</a:t>
            </a:r>
            <a:r>
              <a:rPr lang="en-US" altLang="zh-TW" dirty="0"/>
              <a:t> close()).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Implement each of the following operations as a separate function</a:t>
            </a:r>
          </a:p>
          <a:p>
            <a:pPr lvl="1"/>
            <a:r>
              <a:rPr lang="en-US" altLang="zh-TW" dirty="0"/>
              <a:t>Sequential Read</a:t>
            </a:r>
          </a:p>
          <a:p>
            <a:pPr lvl="1"/>
            <a:r>
              <a:rPr lang="en-US" altLang="zh-TW" dirty="0"/>
              <a:t>Sequential Write</a:t>
            </a:r>
          </a:p>
          <a:p>
            <a:pPr lvl="1"/>
            <a:r>
              <a:rPr lang="en-US" altLang="zh-TW" dirty="0"/>
              <a:t>Random Read</a:t>
            </a:r>
          </a:p>
          <a:p>
            <a:pPr lvl="1"/>
            <a:r>
              <a:rPr lang="en-US" altLang="zh-TW" dirty="0"/>
              <a:t>Random Buffered Write (Single Sync)</a:t>
            </a:r>
          </a:p>
          <a:p>
            <a:pPr lvl="1"/>
            <a:r>
              <a:rPr lang="en-US" altLang="zh-TW" dirty="0"/>
              <a:t>Random Synchronous Write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599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Sequential Read</a:t>
            </a:r>
          </a:p>
          <a:p>
            <a:pPr lvl="1"/>
            <a:r>
              <a:rPr lang="en-US" altLang="zh-TW" dirty="0"/>
              <a:t>Read the file sequentially from beginning to end.</a:t>
            </a:r>
          </a:p>
          <a:p>
            <a:pPr lvl="1"/>
            <a:r>
              <a:rPr lang="en-US" altLang="zh-TW" dirty="0"/>
              <a:t>Read </a:t>
            </a:r>
            <a:r>
              <a:rPr lang="en-US" altLang="zh-TW" b="1" dirty="0"/>
              <a:t>4KB of data per operation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Continue until the entire 100MB file has been read.</a:t>
            </a:r>
            <a:br>
              <a:rPr lang="en-US" altLang="zh-TW" dirty="0"/>
            </a:b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Sequential Write	</a:t>
            </a:r>
          </a:p>
          <a:p>
            <a:pPr lvl="1"/>
            <a:r>
              <a:rPr lang="en-US" altLang="zh-TW" dirty="0"/>
              <a:t>Overwrite the file with </a:t>
            </a:r>
            <a:r>
              <a:rPr lang="en-US" altLang="zh-TW" b="1" dirty="0"/>
              <a:t>100MB of new data</a:t>
            </a:r>
            <a:r>
              <a:rPr lang="en-US" altLang="zh-TW" dirty="0"/>
              <a:t> using sequential writes.</a:t>
            </a:r>
          </a:p>
          <a:p>
            <a:pPr lvl="1"/>
            <a:r>
              <a:rPr lang="en-US" altLang="zh-TW" dirty="0"/>
              <a:t>Write </a:t>
            </a:r>
            <a:r>
              <a:rPr lang="en-US" altLang="zh-TW" b="1" dirty="0"/>
              <a:t>2KB of data per operation</a:t>
            </a:r>
            <a:r>
              <a:rPr lang="en-US" altLang="zh-TW" dirty="0"/>
              <a:t> from beginning to end.</a:t>
            </a:r>
          </a:p>
          <a:p>
            <a:pPr lvl="1"/>
            <a:r>
              <a:rPr lang="en-US" altLang="zh-TW" dirty="0"/>
              <a:t>After completing all writes, call </a:t>
            </a:r>
            <a:r>
              <a:rPr lang="en-US" altLang="zh-TW" dirty="0" err="1"/>
              <a:t>fsync</a:t>
            </a:r>
            <a:r>
              <a:rPr lang="en-US" altLang="zh-TW" dirty="0"/>
              <a:t>() to ensure that the data is flushed to disk.</a:t>
            </a:r>
          </a:p>
          <a:p>
            <a:endParaRPr lang="en-US" altLang="zh-TW" dirty="0"/>
          </a:p>
          <a:p>
            <a:pPr marL="0" indent="0">
              <a:buNone/>
            </a:pP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722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Random Read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 using </a:t>
            </a:r>
            <a:r>
              <a:rPr lang="en-US" altLang="zh-TW" dirty="0" err="1"/>
              <a:t>lseek</a:t>
            </a:r>
            <a:r>
              <a:rPr lang="en-US" altLang="zh-TW" dirty="0"/>
              <a:t>().	</a:t>
            </a:r>
          </a:p>
          <a:p>
            <a:pPr lvl="2"/>
            <a:r>
              <a:rPr lang="en-US" altLang="zh-TW" dirty="0"/>
              <a:t>Read </a:t>
            </a:r>
            <a:r>
              <a:rPr lang="en-US" altLang="zh-TW" b="1" dirty="0"/>
              <a:t>4KB of data</a:t>
            </a:r>
            <a:r>
              <a:rPr lang="en-US" altLang="zh-TW" dirty="0"/>
              <a:t> from that position.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Random Buffered Write (Single Sync)	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 using </a:t>
            </a:r>
            <a:r>
              <a:rPr lang="en-US" altLang="zh-TW" dirty="0" err="1"/>
              <a:t>lseek</a:t>
            </a:r>
            <a:r>
              <a:rPr lang="en-US" altLang="zh-TW" dirty="0"/>
              <a:t>().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pPr lvl="1"/>
            <a:r>
              <a:rPr lang="en-US" altLang="zh-TW" dirty="0"/>
              <a:t>After all writes have been completed, call </a:t>
            </a:r>
            <a:r>
              <a:rPr lang="en-US" altLang="zh-TW" dirty="0" err="1"/>
              <a:t>fsync</a:t>
            </a:r>
            <a:r>
              <a:rPr lang="en-US" altLang="zh-TW" dirty="0"/>
              <a:t>() once.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966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Random Synchronous Write	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Seek to the selected offset using </a:t>
            </a:r>
            <a:r>
              <a:rPr lang="en-US" altLang="zh-TW" dirty="0" err="1"/>
              <a:t>lseek</a:t>
            </a:r>
            <a:r>
              <a:rPr lang="en-US" altLang="zh-TW" dirty="0"/>
              <a:t>().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pPr lvl="2"/>
            <a:r>
              <a:rPr lang="en-US" altLang="zh-TW" dirty="0"/>
              <a:t>Call </a:t>
            </a:r>
            <a:r>
              <a:rPr lang="en-US" altLang="zh-TW" dirty="0" err="1"/>
              <a:t>fsync</a:t>
            </a:r>
            <a:r>
              <a:rPr lang="en-US" altLang="zh-TW" dirty="0"/>
              <a:t>() after each write.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The execution time of each workload must be measured independently.</a:t>
            </a:r>
          </a:p>
          <a:p>
            <a:pPr lvl="1"/>
            <a:r>
              <a:rPr lang="en-US" altLang="zh-TW" dirty="0"/>
              <a:t>Use </a:t>
            </a:r>
            <a:r>
              <a:rPr lang="en-US" altLang="zh-TW" dirty="0" err="1"/>
              <a:t>gettimeofday</a:t>
            </a:r>
            <a:r>
              <a:rPr lang="en-US" altLang="zh-TW" dirty="0"/>
              <a:t>() (or a similar high-resolution timing function).</a:t>
            </a:r>
          </a:p>
          <a:p>
            <a:pPr lvl="1"/>
            <a:r>
              <a:rPr lang="en-US" altLang="zh-TW" dirty="0"/>
              <a:t>The timing interval should include only the workload execution.</a:t>
            </a:r>
          </a:p>
          <a:p>
            <a:pPr lvl="1"/>
            <a:r>
              <a:rPr lang="en-US" altLang="zh-TW" dirty="0"/>
              <a:t>Exclude file creation time from the measurement.</a:t>
            </a:r>
          </a:p>
          <a:p>
            <a:pPr lvl="1"/>
            <a:r>
              <a:rPr lang="en-US" altLang="zh-TW" dirty="0"/>
              <a:t>Report the total elapsed time for each workload.</a:t>
            </a:r>
          </a:p>
          <a:p>
            <a:pPr marL="457200" lvl="1" indent="0">
              <a:buNone/>
            </a:pP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437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929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46D11-6E80-47CB-96F1-5FE47771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B7D02D-1155-466C-B462-D516BA4E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Consider a sequential read of a file on disk using the standard system calls </a:t>
            </a:r>
            <a:r>
              <a:rPr lang="en-US" altLang="zh-TW" b="1" dirty="0"/>
              <a:t>open()</a:t>
            </a:r>
            <a:r>
              <a:rPr lang="en-US" altLang="zh-TW" dirty="0"/>
              <a:t>, </a:t>
            </a:r>
            <a:r>
              <a:rPr lang="en-US" altLang="zh-TW" b="1" dirty="0"/>
              <a:t>read()</a:t>
            </a:r>
            <a:r>
              <a:rPr lang="en-US" altLang="zh-TW" dirty="0"/>
              <a:t>, and </a:t>
            </a:r>
            <a:r>
              <a:rPr lang="en-US" altLang="zh-TW" b="1" dirty="0"/>
              <a:t>write()</a:t>
            </a:r>
            <a:r>
              <a:rPr lang="en-US" altLang="zh-TW" dirty="0"/>
              <a:t>. Each file access requires a system call and disk access.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EF9DA81-A640-4652-8203-2D805B3DA8C9}"/>
              </a:ext>
            </a:extLst>
          </p:cNvPr>
          <p:cNvCxnSpPr>
            <a:cxnSpLocks/>
          </p:cNvCxnSpPr>
          <p:nvPr/>
        </p:nvCxnSpPr>
        <p:spPr>
          <a:xfrm>
            <a:off x="2450592" y="3429000"/>
            <a:ext cx="8839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CE8055C-A531-4711-B206-D02CFD2A4905}"/>
              </a:ext>
            </a:extLst>
          </p:cNvPr>
          <p:cNvCxnSpPr>
            <a:cxnSpLocks/>
          </p:cNvCxnSpPr>
          <p:nvPr/>
        </p:nvCxnSpPr>
        <p:spPr>
          <a:xfrm>
            <a:off x="2468880" y="4980432"/>
            <a:ext cx="8839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5D89D1-A321-41F0-90B0-2606FB43771B}"/>
              </a:ext>
            </a:extLst>
          </p:cNvPr>
          <p:cNvSpPr txBox="1"/>
          <p:nvPr/>
        </p:nvSpPr>
        <p:spPr>
          <a:xfrm>
            <a:off x="701040" y="427508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 space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EC17D2-1D28-4FF1-B18D-4A4F31A8B07B}"/>
              </a:ext>
            </a:extLst>
          </p:cNvPr>
          <p:cNvSpPr txBox="1"/>
          <p:nvPr/>
        </p:nvSpPr>
        <p:spPr>
          <a:xfrm>
            <a:off x="701040" y="268276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user space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3E53E-4859-4514-9E1E-9D72D01D97CC}"/>
              </a:ext>
            </a:extLst>
          </p:cNvPr>
          <p:cNvSpPr txBox="1"/>
          <p:nvPr/>
        </p:nvSpPr>
        <p:spPr>
          <a:xfrm>
            <a:off x="2980944" y="2651986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user buffer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3B1CC5C-E258-4A5D-A5E7-47DEA22B5731}"/>
              </a:ext>
            </a:extLst>
          </p:cNvPr>
          <p:cNvSpPr txBox="1"/>
          <p:nvPr/>
        </p:nvSpPr>
        <p:spPr>
          <a:xfrm>
            <a:off x="5519928" y="4275082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kernel buffer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0F7CEDA-941E-497E-B11B-A57D02146275}"/>
              </a:ext>
            </a:extLst>
          </p:cNvPr>
          <p:cNvSpPr txBox="1"/>
          <p:nvPr/>
        </p:nvSpPr>
        <p:spPr>
          <a:xfrm>
            <a:off x="8564880" y="5531554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disk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0577EA7-F95B-41BC-AA06-82DA0E0C364D}"/>
              </a:ext>
            </a:extLst>
          </p:cNvPr>
          <p:cNvSpPr txBox="1"/>
          <p:nvPr/>
        </p:nvSpPr>
        <p:spPr>
          <a:xfrm>
            <a:off x="880576" y="556176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storage</a:t>
            </a:r>
          </a:p>
        </p:txBody>
      </p: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3A666EE3-7A0F-4109-9F9B-5082FBFB9DDF}"/>
              </a:ext>
            </a:extLst>
          </p:cNvPr>
          <p:cNvCxnSpPr>
            <a:stCxn id="13" idx="2"/>
            <a:endCxn id="14" idx="1"/>
          </p:cNvCxnSpPr>
          <p:nvPr/>
        </p:nvCxnSpPr>
        <p:spPr>
          <a:xfrm rot="16200000" flipH="1">
            <a:off x="3955315" y="2910523"/>
            <a:ext cx="1423041" cy="17061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66D9CE4-128E-4E99-BCFA-7EBF50494B59}"/>
              </a:ext>
            </a:extLst>
          </p:cNvPr>
          <p:cNvSpPr txBox="1"/>
          <p:nvPr/>
        </p:nvSpPr>
        <p:spPr>
          <a:xfrm>
            <a:off x="3367764" y="371929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①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08ABEB9-B9C7-47EC-BDB0-3C0A55757D2D}"/>
              </a:ext>
            </a:extLst>
          </p:cNvPr>
          <p:cNvSpPr txBox="1"/>
          <p:nvPr/>
        </p:nvSpPr>
        <p:spPr>
          <a:xfrm>
            <a:off x="5385795" y="2454691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③ </a:t>
            </a:r>
            <a:r>
              <a:rPr lang="en-US" altLang="zh-TW" dirty="0"/>
              <a:t>copy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686CAD3-5525-47CB-B37B-B0FBCA60C6E3}"/>
              </a:ext>
            </a:extLst>
          </p:cNvPr>
          <p:cNvSpPr txBox="1"/>
          <p:nvPr/>
        </p:nvSpPr>
        <p:spPr>
          <a:xfrm>
            <a:off x="5939945" y="51010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②</a:t>
            </a: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A61BA055-BC70-4BAF-B658-4D477F6E6179}"/>
              </a:ext>
            </a:extLst>
          </p:cNvPr>
          <p:cNvCxnSpPr>
            <a:stCxn id="14" idx="2"/>
            <a:endCxn id="15" idx="1"/>
          </p:cNvCxnSpPr>
          <p:nvPr/>
        </p:nvCxnSpPr>
        <p:spPr>
          <a:xfrm rot="16200000" flipH="1">
            <a:off x="6930595" y="4097323"/>
            <a:ext cx="1056417" cy="221215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EDDAD43B-753D-43D0-B9DB-BC202E586DC0}"/>
              </a:ext>
            </a:extLst>
          </p:cNvPr>
          <p:cNvCxnSpPr>
            <a:stCxn id="14" idx="0"/>
            <a:endCxn id="13" idx="3"/>
          </p:cNvCxnSpPr>
          <p:nvPr/>
        </p:nvCxnSpPr>
        <p:spPr>
          <a:xfrm rot="16200000" flipV="1">
            <a:off x="4788113" y="2710469"/>
            <a:ext cx="1423041" cy="17061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C6D5541-D9C3-4D6E-B27C-84B1D354E154}"/>
              </a:ext>
            </a:extLst>
          </p:cNvPr>
          <p:cNvSpPr txBox="1"/>
          <p:nvPr/>
        </p:nvSpPr>
        <p:spPr>
          <a:xfrm>
            <a:off x="4898481" y="6254079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Read system call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71F1502-575D-4D20-A691-0B5BCF0B25A5}"/>
              </a:ext>
            </a:extLst>
          </p:cNvPr>
          <p:cNvSpPr txBox="1"/>
          <p:nvPr/>
        </p:nvSpPr>
        <p:spPr>
          <a:xfrm>
            <a:off x="2890710" y="402116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request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4AE0148-0C76-4BF0-8D07-DFE3438DEDE7}"/>
              </a:ext>
            </a:extLst>
          </p:cNvPr>
          <p:cNvSpPr txBox="1"/>
          <p:nvPr/>
        </p:nvSpPr>
        <p:spPr>
          <a:xfrm>
            <a:off x="6352726" y="464314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read file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9EF084-328C-4663-8F63-D4844A1918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29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4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46D11-6E80-47CB-96F1-5FE47771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B7D02D-1155-466C-B462-D516BA4E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can use the virtual memory techniques to treat file I/O as routine memory accesses. This approach, known  as </a:t>
            </a:r>
            <a:r>
              <a:rPr lang="en-US" altLang="zh-TW" b="1" dirty="0"/>
              <a:t>memory mapping </a:t>
            </a:r>
            <a:r>
              <a:rPr lang="en-US" altLang="zh-TW" dirty="0"/>
              <a:t>a file, allows a part of the virtual address space to be logically associated with the file.</a:t>
            </a:r>
            <a:endParaRPr lang="zh-TW" altLang="en-US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51D09AD-4353-42A5-AC73-6612384FCFA5}"/>
              </a:ext>
            </a:extLst>
          </p:cNvPr>
          <p:cNvCxnSpPr>
            <a:cxnSpLocks/>
          </p:cNvCxnSpPr>
          <p:nvPr/>
        </p:nvCxnSpPr>
        <p:spPr>
          <a:xfrm>
            <a:off x="2450592" y="3429000"/>
            <a:ext cx="8839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006D294-EBEF-4F8D-AC3C-E215C9C1A7A5}"/>
              </a:ext>
            </a:extLst>
          </p:cNvPr>
          <p:cNvCxnSpPr>
            <a:cxnSpLocks/>
          </p:cNvCxnSpPr>
          <p:nvPr/>
        </p:nvCxnSpPr>
        <p:spPr>
          <a:xfrm>
            <a:off x="2468880" y="4980432"/>
            <a:ext cx="8839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FD3666-3E28-481D-95B0-D2DBA84FE57F}"/>
              </a:ext>
            </a:extLst>
          </p:cNvPr>
          <p:cNvSpPr txBox="1"/>
          <p:nvPr/>
        </p:nvSpPr>
        <p:spPr>
          <a:xfrm>
            <a:off x="701040" y="427508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 space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368EEB3-9BC4-4EDA-B87E-4E7E4F7F9CD4}"/>
              </a:ext>
            </a:extLst>
          </p:cNvPr>
          <p:cNvSpPr txBox="1"/>
          <p:nvPr/>
        </p:nvSpPr>
        <p:spPr>
          <a:xfrm>
            <a:off x="701040" y="268276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user space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D1F751-0027-4DD7-9243-B66400A079AD}"/>
              </a:ext>
            </a:extLst>
          </p:cNvPr>
          <p:cNvSpPr txBox="1"/>
          <p:nvPr/>
        </p:nvSpPr>
        <p:spPr>
          <a:xfrm>
            <a:off x="2980944" y="2651986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user buffer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53F123-D75E-4006-B3D2-4963E05C4AA5}"/>
              </a:ext>
            </a:extLst>
          </p:cNvPr>
          <p:cNvSpPr txBox="1"/>
          <p:nvPr/>
        </p:nvSpPr>
        <p:spPr>
          <a:xfrm>
            <a:off x="5519928" y="4029201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kernel buffer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513305C-76FB-4721-84CC-EA5F97FD6753}"/>
              </a:ext>
            </a:extLst>
          </p:cNvPr>
          <p:cNvSpPr txBox="1"/>
          <p:nvPr/>
        </p:nvSpPr>
        <p:spPr>
          <a:xfrm>
            <a:off x="8564880" y="5531554"/>
            <a:ext cx="166559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disk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9DDDD35-ECA2-4AD4-9FC8-2C090612261E}"/>
              </a:ext>
            </a:extLst>
          </p:cNvPr>
          <p:cNvSpPr txBox="1"/>
          <p:nvPr/>
        </p:nvSpPr>
        <p:spPr>
          <a:xfrm>
            <a:off x="880576" y="556176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storage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7F5A014E-B315-4E7C-9978-37E97F8C4BB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4078255" y="2787583"/>
            <a:ext cx="1177160" cy="17061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D511BC9-3798-43A9-9EAF-084686EFDE7F}"/>
              </a:ext>
            </a:extLst>
          </p:cNvPr>
          <p:cNvSpPr txBox="1"/>
          <p:nvPr/>
        </p:nvSpPr>
        <p:spPr>
          <a:xfrm>
            <a:off x="3333243" y="38101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①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AD490DE-7FF9-4EC3-B277-068D7A281D40}"/>
              </a:ext>
            </a:extLst>
          </p:cNvPr>
          <p:cNvSpPr txBox="1"/>
          <p:nvPr/>
        </p:nvSpPr>
        <p:spPr>
          <a:xfrm>
            <a:off x="5939945" y="51010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②</a:t>
            </a: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61672C91-5F58-4EBA-AFA8-3F62DEF5DB76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6807654" y="3974383"/>
            <a:ext cx="1302298" cy="221215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2E01A6D-9B07-44B7-8AD3-F1B863552058}"/>
              </a:ext>
            </a:extLst>
          </p:cNvPr>
          <p:cNvSpPr txBox="1"/>
          <p:nvPr/>
        </p:nvSpPr>
        <p:spPr>
          <a:xfrm>
            <a:off x="4868741" y="6287711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memory-mapped read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388FBD0-5C95-4F4A-969B-71BAE9540880}"/>
              </a:ext>
            </a:extLst>
          </p:cNvPr>
          <p:cNvSpPr txBox="1"/>
          <p:nvPr/>
        </p:nvSpPr>
        <p:spPr>
          <a:xfrm>
            <a:off x="3068907" y="4179524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directly access</a:t>
            </a:r>
            <a:endParaRPr lang="zh-TW" altLang="en-US" sz="1400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6691B680-4E03-46D4-AC9A-DC15C75E28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2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D18F9-3EEB-42C0-8F13-6280E58BB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1"/>
            <a:ext cx="10972800" cy="739775"/>
          </a:xfrm>
        </p:spPr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6A8631-244E-4007-A314-1D866DA5D06D}"/>
              </a:ext>
            </a:extLst>
          </p:cNvPr>
          <p:cNvSpPr/>
          <p:nvPr/>
        </p:nvSpPr>
        <p:spPr>
          <a:xfrm>
            <a:off x="3401007" y="1618488"/>
            <a:ext cx="5311140" cy="45628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FFEF499-2A42-42BE-B72B-B3D60B879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0626" y="1788840"/>
            <a:ext cx="5070748" cy="417094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0D09390-94D9-40F2-9572-B111126751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986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mmap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38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&lt;sys/</a:t>
            </a:r>
            <a:r>
              <a:rPr lang="en-US" altLang="zh-TW" dirty="0" err="1">
                <a:solidFill>
                  <a:schemeClr val="tx1"/>
                </a:solidFill>
              </a:rPr>
              <a:t>mman.h</a:t>
            </a:r>
            <a:r>
              <a:rPr lang="en-US" altLang="zh-TW" dirty="0">
                <a:solidFill>
                  <a:schemeClr val="tx1"/>
                </a:solidFill>
              </a:rPr>
              <a:t>&gt;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084279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void *mmap(void *</a:t>
            </a:r>
            <a:r>
              <a:rPr lang="en-US" altLang="zh-TW" dirty="0" err="1">
                <a:solidFill>
                  <a:schemeClr val="tx1"/>
                </a:solidFill>
              </a:rPr>
              <a:t>addr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length, int </a:t>
            </a:r>
            <a:r>
              <a:rPr lang="en-US" altLang="zh-TW" dirty="0" err="1">
                <a:solidFill>
                  <a:schemeClr val="tx1"/>
                </a:solidFill>
              </a:rPr>
              <a:t>prot</a:t>
            </a:r>
            <a:r>
              <a:rPr lang="en-US" altLang="zh-TW" dirty="0">
                <a:solidFill>
                  <a:schemeClr val="tx1"/>
                </a:solidFill>
              </a:rPr>
              <a:t>, int flags, int </a:t>
            </a:r>
            <a:r>
              <a:rPr lang="en-US" altLang="zh-TW" dirty="0" err="1">
                <a:solidFill>
                  <a:schemeClr val="tx1"/>
                </a:solidFill>
              </a:rPr>
              <a:t>fd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off_t</a:t>
            </a:r>
            <a:r>
              <a:rPr lang="en-US" altLang="zh-TW" dirty="0">
                <a:solidFill>
                  <a:schemeClr val="tx1"/>
                </a:solidFill>
              </a:rPr>
              <a:t> offset);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88" y="2543255"/>
            <a:ext cx="9667781" cy="75808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char *map_f1;</a:t>
            </a:r>
          </a:p>
          <a:p>
            <a:r>
              <a:rPr lang="en-US" altLang="zh-TW" dirty="0"/>
              <a:t>       map_f1 = mmap(NULL, </a:t>
            </a:r>
            <a:r>
              <a:rPr lang="en-US" altLang="zh-TW" dirty="0" err="1"/>
              <a:t>filesize</a:t>
            </a:r>
            <a:r>
              <a:rPr lang="en-US" altLang="zh-TW" dirty="0"/>
              <a:t>, PROT_READ, MAP_SHARED, f1, 0);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3D4869-B487-44B6-9809-531AA3DCD855}"/>
              </a:ext>
            </a:extLst>
          </p:cNvPr>
          <p:cNvSpPr txBox="1"/>
          <p:nvPr/>
        </p:nvSpPr>
        <p:spPr>
          <a:xfrm>
            <a:off x="1237688" y="3360690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addr</a:t>
            </a:r>
            <a:r>
              <a:rPr lang="zh-TW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length</a:t>
            </a:r>
            <a:r>
              <a:rPr lang="zh-TW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fd</a:t>
            </a:r>
            <a:r>
              <a:rPr lang="zh-TW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offset: </a:t>
            </a:r>
            <a:r>
              <a:rPr lang="en-US" altLang="zh-TW" dirty="0"/>
              <a:t>The pages starting at </a:t>
            </a:r>
            <a:r>
              <a:rPr lang="en-US" altLang="zh-TW" b="1" dirty="0" err="1"/>
              <a:t>addr</a:t>
            </a:r>
            <a:r>
              <a:rPr lang="en-US" altLang="zh-TW" dirty="0"/>
              <a:t> and continuing for at most </a:t>
            </a:r>
            <a:r>
              <a:rPr lang="en-US" altLang="zh-TW" b="1" dirty="0"/>
              <a:t>length</a:t>
            </a:r>
            <a:r>
              <a:rPr lang="en-US" altLang="zh-TW" dirty="0"/>
              <a:t> bytes to be mapped from the object described by </a:t>
            </a:r>
            <a:r>
              <a:rPr lang="en-US" altLang="zh-TW" b="1" dirty="0" err="1"/>
              <a:t>fd</a:t>
            </a:r>
            <a:r>
              <a:rPr lang="en-US" altLang="zh-TW" dirty="0"/>
              <a:t>, starting at byte offset </a:t>
            </a:r>
            <a:r>
              <a:rPr lang="en-US" altLang="zh-TW" b="1" dirty="0" err="1"/>
              <a:t>offset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4712EA4-B1AD-492F-9F20-9EB34FB2A527}"/>
              </a:ext>
            </a:extLst>
          </p:cNvPr>
          <p:cNvSpPr txBox="1"/>
          <p:nvPr/>
        </p:nvSpPr>
        <p:spPr>
          <a:xfrm>
            <a:off x="1237689" y="4092370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prot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</a:t>
            </a:r>
            <a:endParaRPr lang="zh-TW" altLang="en-US" b="1" i="1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57C4B19-2FF4-417D-9003-9A6707083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76104"/>
              </p:ext>
            </p:extLst>
          </p:nvPr>
        </p:nvGraphicFramePr>
        <p:xfrm>
          <a:off x="1335343" y="4162238"/>
          <a:ext cx="9570127" cy="1752600"/>
        </p:xfrm>
        <a:graphic>
          <a:graphicData uri="http://schemas.openxmlformats.org/drawingml/2006/table">
            <a:tbl>
              <a:tblPr/>
              <a:tblGrid>
                <a:gridCol w="1982438">
                  <a:extLst>
                    <a:ext uri="{9D8B030D-6E8A-4147-A177-3AD203B41FA5}">
                      <a16:colId xmlns:a16="http://schemas.microsoft.com/office/drawing/2014/main" val="2760258496"/>
                    </a:ext>
                  </a:extLst>
                </a:gridCol>
                <a:gridCol w="7587689">
                  <a:extLst>
                    <a:ext uri="{9D8B030D-6E8A-4147-A177-3AD203B41FA5}">
                      <a16:colId xmlns:a16="http://schemas.microsoft.com/office/drawing/2014/main" val="3999643808"/>
                    </a:ext>
                  </a:extLst>
                </a:gridCol>
              </a:tblGrid>
              <a:tr h="283196"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252004"/>
                  </a:ext>
                </a:extLst>
              </a:tr>
              <a:tr h="2831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PROT_EXEC</a:t>
                      </a:r>
                      <a:endParaRPr lang="en-US" dirty="0"/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Pages may be executed.</a:t>
                      </a:r>
                    </a:p>
                  </a:txBody>
                  <a:tcPr marL="38100" marR="38100" marT="38100" marB="381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076486"/>
                  </a:ext>
                </a:extLst>
              </a:tr>
              <a:tr h="28319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PROT_READ</a:t>
                      </a:r>
                      <a:endParaRPr lang="en-US"/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Pages may be read.</a:t>
                      </a:r>
                    </a:p>
                  </a:txBody>
                  <a:tcPr marL="38100" marR="38100" marT="38100" marB="381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042915"/>
                  </a:ext>
                </a:extLst>
              </a:tr>
              <a:tr h="28319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PROT_WRITE</a:t>
                      </a:r>
                      <a:endParaRPr lang="en-US"/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Pages may be written.</a:t>
                      </a:r>
                    </a:p>
                  </a:txBody>
                  <a:tcPr marL="38100" marR="38100" marT="38100" marB="381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91985"/>
                  </a:ext>
                </a:extLst>
              </a:tr>
              <a:tr h="28319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PROT_NONE</a:t>
                      </a:r>
                      <a:endParaRPr lang="en-US"/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Pages may not be accessed.</a:t>
                      </a:r>
                    </a:p>
                  </a:txBody>
                  <a:tcPr marL="38100" marR="38100" marT="38100" marB="381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63635"/>
                  </a:ext>
                </a:extLst>
              </a:tr>
            </a:tbl>
          </a:graphicData>
        </a:graphic>
      </p:graphicFrame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2398A1FC-20A1-4064-8A3A-3BBD1B074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358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5C5E7-BA1D-4A98-825D-4F1D2CFB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168EC6-7938-401D-A424-F36F566DD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/>
              <a:t>mmap</a:t>
            </a:r>
            <a:r>
              <a:rPr lang="en-US" altLang="zh-TW" b="1" dirty="0"/>
              <a:t>()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1883D4-5028-4ECC-86E6-3DE33C28E23D}"/>
              </a:ext>
            </a:extLst>
          </p:cNvPr>
          <p:cNvSpPr txBox="1"/>
          <p:nvPr/>
        </p:nvSpPr>
        <p:spPr>
          <a:xfrm>
            <a:off x="1184423" y="1810809"/>
            <a:ext cx="96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flags:</a:t>
            </a:r>
            <a:endParaRPr lang="zh-TW" altLang="en-US" b="1" i="1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B00ED2E-7AD9-4DC7-9363-CACFFED43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351301"/>
              </p:ext>
            </p:extLst>
          </p:nvPr>
        </p:nvGraphicFramePr>
        <p:xfrm>
          <a:off x="1339796" y="2180141"/>
          <a:ext cx="9633005" cy="1868076"/>
        </p:xfrm>
        <a:graphic>
          <a:graphicData uri="http://schemas.openxmlformats.org/drawingml/2006/table">
            <a:tbl>
              <a:tblPr/>
              <a:tblGrid>
                <a:gridCol w="2033719">
                  <a:extLst>
                    <a:ext uri="{9D8B030D-6E8A-4147-A177-3AD203B41FA5}">
                      <a16:colId xmlns:a16="http://schemas.microsoft.com/office/drawing/2014/main" val="963225257"/>
                    </a:ext>
                  </a:extLst>
                </a:gridCol>
                <a:gridCol w="7599286">
                  <a:extLst>
                    <a:ext uri="{9D8B030D-6E8A-4147-A177-3AD203B41FA5}">
                      <a16:colId xmlns:a16="http://schemas.microsoft.com/office/drawing/2014/main" val="3446792722"/>
                    </a:ext>
                  </a:extLst>
                </a:gridCol>
              </a:tblGrid>
              <a:tr h="927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effectLst/>
                        </a:rPr>
                        <a:t>MAP_SHARED</a:t>
                      </a:r>
                      <a:endParaRPr lang="en-US" sz="1800" dirty="0"/>
                    </a:p>
                  </a:txBody>
                  <a:tcPr marL="12323" marR="12323" marT="12323" marB="123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Share this mapping with all other processes that map this object. Storing to the region is equivalent to writing to the file. The file may not actually be updated until </a:t>
                      </a:r>
                      <a:r>
                        <a:rPr lang="en-US" sz="1800" b="1" dirty="0" err="1">
                          <a:effectLst/>
                        </a:rPr>
                        <a:t>msync</a:t>
                      </a:r>
                      <a:r>
                        <a:rPr lang="en-US" sz="1800" dirty="0"/>
                        <a:t>(2) or </a:t>
                      </a:r>
                      <a:r>
                        <a:rPr lang="en-US" sz="1800" b="1" dirty="0" err="1">
                          <a:effectLst/>
                        </a:rPr>
                        <a:t>munmap</a:t>
                      </a:r>
                      <a:r>
                        <a:rPr lang="en-US" sz="1800" dirty="0"/>
                        <a:t>(2) are called.</a:t>
                      </a:r>
                    </a:p>
                  </a:txBody>
                  <a:tcPr marL="12323" marR="12323" marT="12323" marB="123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25502"/>
                  </a:ext>
                </a:extLst>
              </a:tr>
              <a:tr h="9410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effectLst/>
                        </a:rPr>
                        <a:t>MAP_PRIVATE</a:t>
                      </a:r>
                      <a:endParaRPr lang="en-US" sz="1800" dirty="0"/>
                    </a:p>
                  </a:txBody>
                  <a:tcPr marL="12323" marR="12323" marT="12323" marB="123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 a private copy-on-write mapping. Stores to the region do not affect the original file. It is unspecified whether changes made to the file after the </a:t>
                      </a:r>
                      <a:r>
                        <a:rPr lang="en-US" sz="1800" b="1" dirty="0">
                          <a:effectLst/>
                        </a:rPr>
                        <a:t>mmap</a:t>
                      </a:r>
                      <a:r>
                        <a:rPr lang="en-US" sz="1800" dirty="0"/>
                        <a:t>() call are visible in the mapped region.</a:t>
                      </a:r>
                    </a:p>
                  </a:txBody>
                  <a:tcPr marL="12323" marR="12323" marT="12323" marB="123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03906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10B6BA47-A89F-45F9-95C1-15732F14934E}"/>
              </a:ext>
            </a:extLst>
          </p:cNvPr>
          <p:cNvSpPr txBox="1"/>
          <p:nvPr/>
        </p:nvSpPr>
        <p:spPr>
          <a:xfrm>
            <a:off x="1184422" y="4590613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On success, </a:t>
            </a:r>
            <a:r>
              <a:rPr lang="en-US" altLang="zh-TW" b="1" i="1" dirty="0"/>
              <a:t>mmap()</a:t>
            </a:r>
            <a:r>
              <a:rPr lang="en-US" altLang="zh-TW" dirty="0"/>
              <a:t> returns a pointer to the mapped area. On error, the value </a:t>
            </a:r>
            <a:r>
              <a:rPr lang="en-US" altLang="zh-TW" b="1" dirty="0"/>
              <a:t>MAP_FAILED </a:t>
            </a:r>
            <a:r>
              <a:rPr lang="en-US" altLang="zh-TW" dirty="0"/>
              <a:t>(that is, (void *) -1) is returned, and </a:t>
            </a:r>
            <a:r>
              <a:rPr lang="en-US" altLang="zh-TW" b="1" dirty="0" err="1"/>
              <a:t>errno</a:t>
            </a:r>
            <a:r>
              <a:rPr lang="en-US" altLang="zh-TW" dirty="0"/>
              <a:t> is set appropriately.</a:t>
            </a:r>
            <a:endParaRPr lang="zh-TW" altLang="en-US" b="1" i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8A282C-A7EC-44B0-BE3C-C0D0DF3207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425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15430-F084-463F-94BB-1B5C652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E45F6-B46E-4DB4-8314-854B6B178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9506"/>
            <a:ext cx="10972800" cy="4598987"/>
          </a:xfrm>
        </p:spPr>
        <p:txBody>
          <a:bodyPr/>
          <a:lstStyle/>
          <a:p>
            <a:r>
              <a:rPr lang="en-US" altLang="zh-TW" b="1" dirty="0" err="1"/>
              <a:t>munmap</a:t>
            </a:r>
            <a:r>
              <a:rPr lang="en-US" altLang="zh-TW" b="1" dirty="0"/>
              <a:t>()</a:t>
            </a:r>
            <a:endParaRPr lang="zh-TW" altLang="en-US" b="1" dirty="0"/>
          </a:p>
          <a:p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25DBB-FB75-40BA-A5BD-8611CA12F5FB}"/>
              </a:ext>
            </a:extLst>
          </p:cNvPr>
          <p:cNvSpPr/>
          <p:nvPr/>
        </p:nvSpPr>
        <p:spPr>
          <a:xfrm>
            <a:off x="1237692" y="1578240"/>
            <a:ext cx="9667782" cy="38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#include &lt;sys/</a:t>
            </a:r>
            <a:r>
              <a:rPr lang="en-US" altLang="zh-TW" dirty="0" err="1">
                <a:solidFill>
                  <a:schemeClr val="tx1"/>
                </a:solidFill>
              </a:rPr>
              <a:t>mman.h</a:t>
            </a:r>
            <a:r>
              <a:rPr lang="en-US" altLang="zh-TW" dirty="0">
                <a:solidFill>
                  <a:schemeClr val="tx1"/>
                </a:solidFill>
              </a:rPr>
              <a:t>&gt;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B2860-4549-4C45-BB2A-8A8B790278A1}"/>
              </a:ext>
            </a:extLst>
          </p:cNvPr>
          <p:cNvSpPr/>
          <p:nvPr/>
        </p:nvSpPr>
        <p:spPr>
          <a:xfrm>
            <a:off x="1237690" y="2084279"/>
            <a:ext cx="9667782" cy="389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int </a:t>
            </a:r>
            <a:r>
              <a:rPr lang="en-US" altLang="zh-TW" dirty="0" err="1">
                <a:solidFill>
                  <a:schemeClr val="tx1"/>
                </a:solidFill>
              </a:rPr>
              <a:t>munmap</a:t>
            </a:r>
            <a:r>
              <a:rPr lang="en-US" altLang="zh-TW" dirty="0">
                <a:solidFill>
                  <a:schemeClr val="tx1"/>
                </a:solidFill>
              </a:rPr>
              <a:t>(void *</a:t>
            </a:r>
            <a:r>
              <a:rPr lang="en-US" altLang="zh-TW" dirty="0" err="1">
                <a:solidFill>
                  <a:schemeClr val="tx1"/>
                </a:solidFill>
              </a:rPr>
              <a:t>addr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size_t</a:t>
            </a:r>
            <a:r>
              <a:rPr lang="en-US" altLang="zh-TW" dirty="0">
                <a:solidFill>
                  <a:schemeClr val="tx1"/>
                </a:solidFill>
              </a:rPr>
              <a:t> length);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7E1ECB95-20ED-4E00-B3DA-EF06AF17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690" y="2590587"/>
            <a:ext cx="9667781" cy="389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latin typeface="+mn-lt"/>
                <a:ea typeface="+mn-ea"/>
              </a:rPr>
              <a:t>EX: </a:t>
            </a:r>
            <a:r>
              <a:rPr lang="en-US" altLang="zh-TW" dirty="0" err="1"/>
              <a:t>munmap</a:t>
            </a:r>
            <a:r>
              <a:rPr lang="en-US" altLang="zh-TW" dirty="0"/>
              <a:t>(map_f1, </a:t>
            </a:r>
            <a:r>
              <a:rPr lang="en-US" altLang="zh-TW" dirty="0" err="1"/>
              <a:t>filesize</a:t>
            </a:r>
            <a:r>
              <a:rPr lang="en-US" altLang="zh-TW" dirty="0"/>
              <a:t>);</a:t>
            </a:r>
            <a:endParaRPr lang="en-US" altLang="zh-TW" dirty="0">
              <a:latin typeface="+mn-lt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36700F-4EAE-447E-BA4C-ED1AB959BD9C}"/>
              </a:ext>
            </a:extLst>
          </p:cNvPr>
          <p:cNvSpPr txBox="1"/>
          <p:nvPr/>
        </p:nvSpPr>
        <p:spPr>
          <a:xfrm>
            <a:off x="1237689" y="3201454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addr</a:t>
            </a:r>
            <a:r>
              <a:rPr lang="zh-TW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length: </a:t>
            </a:r>
            <a:r>
              <a:rPr lang="en-US" altLang="zh-TW" dirty="0"/>
              <a:t>The function remove any mappings for those entire pages containing any part of the address space of the process starting at </a:t>
            </a:r>
            <a:r>
              <a:rPr lang="en-US" altLang="zh-TW" b="1" dirty="0" err="1"/>
              <a:t>addr</a:t>
            </a:r>
            <a:r>
              <a:rPr lang="en-US" altLang="zh-TW" dirty="0"/>
              <a:t> and continuing for </a:t>
            </a:r>
            <a:r>
              <a:rPr lang="en-US" altLang="zh-TW" b="1" dirty="0" err="1"/>
              <a:t>len</a:t>
            </a:r>
            <a:r>
              <a:rPr lang="en-US" altLang="zh-TW" dirty="0"/>
              <a:t> bytes.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7B7997-4536-4FB6-99B9-A846C2F3D27F}"/>
              </a:ext>
            </a:extLst>
          </p:cNvPr>
          <p:cNvSpPr txBox="1"/>
          <p:nvPr/>
        </p:nvSpPr>
        <p:spPr>
          <a:xfrm>
            <a:off x="1237689" y="4069544"/>
            <a:ext cx="966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return value: </a:t>
            </a:r>
            <a:r>
              <a:rPr lang="en-US" altLang="zh-TW" dirty="0"/>
              <a:t>Upon successful completion, it shall return 0; otherwise, it shall return -1 and set </a:t>
            </a:r>
            <a:r>
              <a:rPr lang="en-US" altLang="zh-TW" b="1" dirty="0" err="1"/>
              <a:t>errno</a:t>
            </a:r>
            <a:r>
              <a:rPr lang="en-US" altLang="zh-TW" dirty="0"/>
              <a:t> to indicate the error.</a:t>
            </a:r>
            <a:endParaRPr lang="zh-TW" altLang="en-US" b="1" i="1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AC0126F-F142-40C9-A951-64949203AA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844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7AA2E-7498-40E0-894E-654D1A81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933266-6B47-4BCD-AF45-28A753390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Example program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678464-FCCF-4D48-A76F-81771B2A71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5C3A732-8C24-4577-AFE6-F6413066B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1" y="1642101"/>
            <a:ext cx="7238933" cy="46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54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7AA2E-7498-40E0-894E-654D1A81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Memory-mapped file(cont.)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933266-6B47-4BCD-AF45-28A753390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Example program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678464-FCCF-4D48-A76F-81771B2A71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4026D7B-C966-4753-B301-EC81B258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9578"/>
            <a:ext cx="6973273" cy="445832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90D6AD9-08A4-4FC2-ADAD-AE892D0EA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4" y="6057900"/>
            <a:ext cx="689706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28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5939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Write a C program that creates a </a:t>
            </a:r>
            <a:r>
              <a:rPr lang="en-US" altLang="zh-TW" b="1" dirty="0"/>
              <a:t>100MB file</a:t>
            </a:r>
            <a:r>
              <a:rPr lang="en-US" altLang="zh-TW" dirty="0"/>
              <a:t> on your local disk and measures the execution time of five different operations using the </a:t>
            </a:r>
            <a:r>
              <a:rPr lang="en-US" altLang="zh-TW" b="1" dirty="0"/>
              <a:t>memory-mapped I/O interface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Implement each of the following operations as a separate function</a:t>
            </a:r>
          </a:p>
          <a:p>
            <a:pPr lvl="1"/>
            <a:r>
              <a:rPr lang="en-US" altLang="zh-TW" dirty="0"/>
              <a:t>Sequential Read</a:t>
            </a:r>
          </a:p>
          <a:p>
            <a:pPr lvl="1"/>
            <a:r>
              <a:rPr lang="en-US" altLang="zh-TW" dirty="0"/>
              <a:t>Sequential Write</a:t>
            </a:r>
          </a:p>
          <a:p>
            <a:pPr lvl="1"/>
            <a:r>
              <a:rPr lang="en-US" altLang="zh-TW" dirty="0"/>
              <a:t>Random Read</a:t>
            </a:r>
          </a:p>
          <a:p>
            <a:pPr lvl="1"/>
            <a:r>
              <a:rPr lang="en-US" altLang="zh-TW" dirty="0"/>
              <a:t>Random Buffered Write (Single Sync)</a:t>
            </a:r>
          </a:p>
          <a:p>
            <a:pPr lvl="1"/>
            <a:r>
              <a:rPr lang="en-US" altLang="zh-TW" dirty="0"/>
              <a:t>Random Synchronous Write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001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Sequential Read</a:t>
            </a:r>
          </a:p>
          <a:p>
            <a:pPr lvl="1"/>
            <a:r>
              <a:rPr lang="en-US" altLang="zh-TW" dirty="0"/>
              <a:t>Read the file sequentially from beginning to end.</a:t>
            </a:r>
          </a:p>
          <a:p>
            <a:pPr lvl="1"/>
            <a:r>
              <a:rPr lang="en-US" altLang="zh-TW" dirty="0"/>
              <a:t>Read </a:t>
            </a:r>
            <a:r>
              <a:rPr lang="en-US" altLang="zh-TW" b="1" dirty="0"/>
              <a:t>4KB of data per operation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Continue until the entire 100MB file has been read.</a:t>
            </a:r>
            <a:br>
              <a:rPr lang="en-US" altLang="zh-TW" dirty="0"/>
            </a:b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Sequential Write	</a:t>
            </a:r>
          </a:p>
          <a:p>
            <a:pPr lvl="1"/>
            <a:r>
              <a:rPr lang="en-US" altLang="zh-TW" dirty="0"/>
              <a:t>Overwrite the file with </a:t>
            </a:r>
            <a:r>
              <a:rPr lang="en-US" altLang="zh-TW" b="1" dirty="0"/>
              <a:t>100MB of new data</a:t>
            </a:r>
            <a:r>
              <a:rPr lang="en-US" altLang="zh-TW" dirty="0"/>
              <a:t> using sequential writes.</a:t>
            </a:r>
          </a:p>
          <a:p>
            <a:pPr lvl="1"/>
            <a:r>
              <a:rPr lang="en-US" altLang="zh-TW" dirty="0"/>
              <a:t>Write </a:t>
            </a:r>
            <a:r>
              <a:rPr lang="en-US" altLang="zh-TW" b="1" dirty="0"/>
              <a:t>2KB of data per operation</a:t>
            </a:r>
            <a:r>
              <a:rPr lang="en-US" altLang="zh-TW" dirty="0"/>
              <a:t> from beginning to end.</a:t>
            </a:r>
          </a:p>
          <a:p>
            <a:pPr lvl="1"/>
            <a:r>
              <a:rPr lang="en-US" altLang="zh-TW" dirty="0"/>
              <a:t>After completing all writes, call </a:t>
            </a:r>
            <a:r>
              <a:rPr lang="en-US" altLang="zh-TW" dirty="0" err="1"/>
              <a:t>fsync</a:t>
            </a:r>
            <a:r>
              <a:rPr lang="en-US" altLang="zh-TW" dirty="0"/>
              <a:t>() to ensure that the data is flushed to disk.</a:t>
            </a:r>
          </a:p>
          <a:p>
            <a:endParaRPr lang="en-US" altLang="zh-TW" dirty="0"/>
          </a:p>
          <a:p>
            <a:pPr marL="0" indent="0">
              <a:buNone/>
            </a:pP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544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Random Read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Access the selected offset via the memory-mapped region.</a:t>
            </a:r>
          </a:p>
          <a:p>
            <a:pPr lvl="2"/>
            <a:r>
              <a:rPr lang="en-US" altLang="zh-TW" dirty="0"/>
              <a:t>Read </a:t>
            </a:r>
            <a:r>
              <a:rPr lang="en-US" altLang="zh-TW" b="1" dirty="0"/>
              <a:t>4KB of data</a:t>
            </a:r>
            <a:r>
              <a:rPr lang="en-US" altLang="zh-TW" dirty="0"/>
              <a:t> from that position.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Random Buffered Write (Single Sync)	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Access the selected offset via the memory-mapped region.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pPr lvl="1"/>
            <a:r>
              <a:rPr lang="en-US" altLang="zh-TW" dirty="0"/>
              <a:t>After all writes have been completed, call </a:t>
            </a:r>
            <a:r>
              <a:rPr lang="en-US" altLang="zh-TW" dirty="0" err="1"/>
              <a:t>fsync</a:t>
            </a:r>
            <a:r>
              <a:rPr lang="en-US" altLang="zh-TW" dirty="0"/>
              <a:t>() once.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1224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82D2B-3C29-40C7-AB3C-D65D9EF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C99FDB-902C-40CF-BBCF-1325B205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5437187"/>
          </a:xfrm>
        </p:spPr>
        <p:txBody>
          <a:bodyPr/>
          <a:lstStyle/>
          <a:p>
            <a:r>
              <a:rPr lang="en-US" altLang="zh-TW" dirty="0"/>
              <a:t>Random Synchronous Write	</a:t>
            </a:r>
          </a:p>
          <a:p>
            <a:pPr lvl="1"/>
            <a:r>
              <a:rPr lang="en-US" altLang="zh-TW" dirty="0"/>
              <a:t>Repeat the following operation </a:t>
            </a:r>
            <a:r>
              <a:rPr lang="en-US" altLang="zh-TW" b="1" dirty="0"/>
              <a:t>50,000 times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Select a </a:t>
            </a:r>
            <a:r>
              <a:rPr lang="en-US" altLang="zh-TW" b="1" dirty="0"/>
              <a:t>4KB-aligned offset</a:t>
            </a:r>
            <a:r>
              <a:rPr lang="en-US" altLang="zh-TW" dirty="0"/>
              <a:t> uniformly at random within the file.</a:t>
            </a:r>
          </a:p>
          <a:p>
            <a:pPr lvl="2"/>
            <a:r>
              <a:rPr lang="en-US" altLang="zh-TW" dirty="0"/>
              <a:t>Access the selected offset via the memory-mapped region.</a:t>
            </a:r>
          </a:p>
          <a:p>
            <a:pPr lvl="2"/>
            <a:r>
              <a:rPr lang="en-US" altLang="zh-TW" dirty="0"/>
              <a:t>Write </a:t>
            </a:r>
            <a:r>
              <a:rPr lang="en-US" altLang="zh-TW" b="1" dirty="0"/>
              <a:t>2KB of data</a:t>
            </a:r>
            <a:r>
              <a:rPr lang="en-US" altLang="zh-TW" dirty="0"/>
              <a:t> at that position.</a:t>
            </a:r>
          </a:p>
          <a:p>
            <a:pPr lvl="2"/>
            <a:r>
              <a:rPr lang="en-US" altLang="zh-TW" dirty="0"/>
              <a:t>Call </a:t>
            </a:r>
            <a:r>
              <a:rPr lang="en-US" altLang="zh-TW" dirty="0" err="1"/>
              <a:t>fsync</a:t>
            </a:r>
            <a:r>
              <a:rPr lang="en-US" altLang="zh-TW" dirty="0"/>
              <a:t>() after each write.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The execution time of each workload must be measured independently.</a:t>
            </a:r>
          </a:p>
          <a:p>
            <a:pPr lvl="1"/>
            <a:r>
              <a:rPr lang="en-US" altLang="zh-TW" dirty="0"/>
              <a:t>Use </a:t>
            </a:r>
            <a:r>
              <a:rPr lang="en-US" altLang="zh-TW" dirty="0" err="1"/>
              <a:t>gettimeofday</a:t>
            </a:r>
            <a:r>
              <a:rPr lang="en-US" altLang="zh-TW" dirty="0"/>
              <a:t>() (or a similar high-resolution timing function).</a:t>
            </a:r>
          </a:p>
          <a:p>
            <a:pPr lvl="1"/>
            <a:r>
              <a:rPr lang="en-US" altLang="zh-TW" dirty="0"/>
              <a:t>The timing interval should include only the workload execution.</a:t>
            </a:r>
          </a:p>
          <a:p>
            <a:pPr lvl="1"/>
            <a:r>
              <a:rPr lang="en-US" altLang="zh-TW" dirty="0"/>
              <a:t>Exclude file creation time from the measurement.</a:t>
            </a:r>
          </a:p>
          <a:p>
            <a:pPr lvl="1"/>
            <a:r>
              <a:rPr lang="en-US" altLang="zh-TW" dirty="0"/>
              <a:t>Report the total elapsed time for each workload.</a:t>
            </a:r>
          </a:p>
          <a:p>
            <a:pPr marL="457200" lvl="1" indent="0">
              <a:buNone/>
            </a:pP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10AB9-45C4-4BE6-B617-B0DCF965F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0433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25C482-88CE-4165-8E73-FBBAD1F8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E5C82E-293C-47E0-AE21-A2A01726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dirty="0"/>
              <a:t>File I/O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C-library</a:t>
            </a:r>
            <a:r>
              <a:rPr lang="zh-TW" altLang="en-US" dirty="0"/>
              <a:t>：</a:t>
            </a:r>
            <a:r>
              <a:rPr lang="en-US" altLang="zh-TW" dirty="0" err="1"/>
              <a:t>fopen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fwrite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fclose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fseek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System call</a:t>
            </a:r>
            <a:r>
              <a:rPr lang="zh-TW" altLang="en-US" dirty="0"/>
              <a:t>：</a:t>
            </a:r>
            <a:r>
              <a:rPr lang="en-US" altLang="zh-TW" dirty="0"/>
              <a:t>open()</a:t>
            </a:r>
            <a:r>
              <a:rPr lang="zh-TW" altLang="en-US" dirty="0"/>
              <a:t>、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close()</a:t>
            </a:r>
            <a:r>
              <a:rPr lang="zh-TW" altLang="en-US" dirty="0"/>
              <a:t>、</a:t>
            </a:r>
            <a:r>
              <a:rPr lang="en-US" altLang="zh-TW" dirty="0" err="1"/>
              <a:t>lseek</a:t>
            </a:r>
            <a:r>
              <a:rPr lang="en-US" altLang="zh-TW" dirty="0"/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Memory-mapped 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Homework Assignment #1_3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Homework Assignment #1_4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8B7D87-D898-4ECE-8463-F556A2153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9493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Assignment #1_4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Analyze and compare the performance results obtained from Homework #1_1, #1_2, and #1_3.</a:t>
            </a:r>
          </a:p>
          <a:p>
            <a:r>
              <a:rPr lang="en-US" altLang="zh-TW" dirty="0"/>
              <a:t>Provide a detailed explanation of the observed differences among the three I/O interfaces.</a:t>
            </a:r>
          </a:p>
          <a:p>
            <a:r>
              <a:rPr lang="en-US" altLang="zh-TW" b="1" dirty="0"/>
              <a:t>Experimental Requirement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The page cache must be cleared after each program run to ensure fair and consistent measurements.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5E04BC-2668-4DFA-97E0-48632BAB8C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4A732B-4120-4015-8395-334063D92438}" type="slidenum">
              <a:rPr lang="zh-TW" altLang="en-US" smtClean="0"/>
              <a:t>50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C6884E1-6DF4-406D-9A33-55ABD705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7" y="3693667"/>
            <a:ext cx="11142133" cy="217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26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>
            <a:extLst>
              <a:ext uri="{FF2B5EF4-FFF2-40B4-BE49-F238E27FC236}">
                <a16:creationId xmlns:a16="http://schemas.microsoft.com/office/drawing/2014/main" id="{AE94A3CC-DED5-42D3-BA42-E9C27F04F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dirty="0"/>
              <a:t>Reference</a:t>
            </a:r>
            <a:endParaRPr lang="zh-TW" altLang="en-US" sz="3600" dirty="0"/>
          </a:p>
        </p:txBody>
      </p:sp>
      <p:sp>
        <p:nvSpPr>
          <p:cNvPr id="47108" name="投影片編號版面配置區 3">
            <a:extLst>
              <a:ext uri="{FF2B5EF4-FFF2-40B4-BE49-F238E27FC236}">
                <a16:creationId xmlns:a16="http://schemas.microsoft.com/office/drawing/2014/main" id="{8977F832-5DD5-4AC3-BCE8-7A8227315E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CC0A32-085E-46AB-9BF1-70977629C8E7}" type="slidenum">
              <a:rPr kumimoji="0" lang="en-US" altLang="zh-TW" sz="1200">
                <a:latin typeface="Arial Black" panose="020B0A04020102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200">
              <a:latin typeface="Arial Black" panose="020B0A040201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3" name="圖片 2" descr="一張含有 水果 的圖片&#10;&#10;自動產生的描述">
            <a:extLst>
              <a:ext uri="{FF2B5EF4-FFF2-40B4-BE49-F238E27FC236}">
                <a16:creationId xmlns:a16="http://schemas.microsoft.com/office/drawing/2014/main" id="{ED2D923F-6710-48D3-BEAA-AF1CBCABFD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33"/>
          <a:stretch/>
        </p:blipFill>
        <p:spPr>
          <a:xfrm>
            <a:off x="4186238" y="2106614"/>
            <a:ext cx="3600450" cy="45989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9E0173A-E99A-4CDD-8B92-3249E3EFFEAC}"/>
              </a:ext>
            </a:extLst>
          </p:cNvPr>
          <p:cNvSpPr txBox="1">
            <a:spLocks/>
          </p:cNvSpPr>
          <p:nvPr/>
        </p:nvSpPr>
        <p:spPr bwMode="auto">
          <a:xfrm>
            <a:off x="609600" y="1268413"/>
            <a:ext cx="10972800" cy="459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dirty="0"/>
              <a:t>The Linux Programming Interface: A Linux and UNIX System Programming Handbook.</a:t>
            </a:r>
            <a:endParaRPr lang="zh-TW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8AED6C-FA9B-4A6A-BD0A-A31D5A115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Turn in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07A9A43-3259-4452-BFD1-9C00696FA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65238"/>
            <a:ext cx="8229600" cy="4876800"/>
          </a:xfrm>
          <a:noFill/>
        </p:spPr>
        <p:txBody>
          <a:bodyPr/>
          <a:lstStyle/>
          <a:p>
            <a:pPr eaLnBrk="1" hangingPunct="1"/>
            <a:r>
              <a:rPr lang="en-US" altLang="zh-TW" dirty="0"/>
              <a:t>Deadline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	2026/4/1 23:30:00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dirty="0"/>
          </a:p>
          <a:p>
            <a:pPr eaLnBrk="1" hangingPunct="1"/>
            <a:r>
              <a:rPr lang="en-US" altLang="zh-TW" dirty="0"/>
              <a:t>Upload to </a:t>
            </a:r>
            <a:r>
              <a:rPr lang="en-US" altLang="zh-TW" dirty="0" err="1"/>
              <a:t>i</a:t>
            </a:r>
            <a:r>
              <a:rPr lang="en-US" altLang="zh-TW" dirty="0"/>
              <a:t>-learning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File name</a:t>
            </a:r>
          </a:p>
          <a:p>
            <a:pPr lvl="1" eaLnBrk="1" hangingPunct="1"/>
            <a:r>
              <a:rPr lang="en-US" altLang="zh-TW" dirty="0"/>
              <a:t>HW1_ID.zip (e.g. HW1_7113056017.zip)</a:t>
            </a:r>
          </a:p>
          <a:p>
            <a:pPr lvl="2" eaLnBrk="1" hangingPunct="1"/>
            <a:r>
              <a:rPr lang="en-US" altLang="zh-TW" dirty="0"/>
              <a:t>HW111.c</a:t>
            </a:r>
            <a:r>
              <a:rPr lang="zh-TW" altLang="en-US" dirty="0"/>
              <a:t>、</a:t>
            </a:r>
            <a:r>
              <a:rPr lang="en-US" altLang="zh-TW" dirty="0"/>
              <a:t>HW112.c</a:t>
            </a:r>
            <a:r>
              <a:rPr lang="zh-TW" altLang="en-US" dirty="0"/>
              <a:t>、</a:t>
            </a:r>
            <a:r>
              <a:rPr lang="en-US" altLang="zh-TW" dirty="0"/>
              <a:t> HW113.c</a:t>
            </a:r>
          </a:p>
          <a:p>
            <a:pPr lvl="2" eaLnBrk="1" hangingPunct="1"/>
            <a:r>
              <a:rPr lang="en-US" altLang="zh-TW" dirty="0"/>
              <a:t>Report file (Word format)</a:t>
            </a:r>
          </a:p>
          <a:p>
            <a:pPr marL="0" indent="0" eaLnBrk="1" hangingPunct="1">
              <a:buNone/>
            </a:pPr>
            <a:endParaRPr lang="en-US" altLang="zh-TW" dirty="0"/>
          </a:p>
        </p:txBody>
      </p:sp>
      <p:sp>
        <p:nvSpPr>
          <p:cNvPr id="36868" name="投影片編號版面配置區 1">
            <a:extLst>
              <a:ext uri="{FF2B5EF4-FFF2-40B4-BE49-F238E27FC236}">
                <a16:creationId xmlns:a16="http://schemas.microsoft.com/office/drawing/2014/main" id="{0583BA6F-5648-4685-BF0F-22DF7F573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2E6B2CF-987B-441F-9117-7A864ACB836B}" type="slidenum">
              <a:rPr kumimoji="0" lang="en-US" altLang="zh-TW">
                <a:latin typeface="Arial Black" panose="020B0A04020102020204" pitchFamily="34" charset="0"/>
              </a:rPr>
              <a:pPr/>
              <a:t>52</a:t>
            </a:fld>
            <a:endParaRPr kumimoji="0" lang="en-US" altLang="zh-TW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DA3C734-DBF0-4E46-AE4C-859C0FE03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TA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F493FF6-0FD1-4D7E-A5AB-2CECDE9D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65238"/>
            <a:ext cx="8229600" cy="5187950"/>
          </a:xfrm>
        </p:spPr>
        <p:txBody>
          <a:bodyPr/>
          <a:lstStyle/>
          <a:p>
            <a:pPr eaLnBrk="1" hangingPunct="1"/>
            <a:r>
              <a:rPr lang="en-US" altLang="zh-TW" dirty="0"/>
              <a:t>Name: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陳立崴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en-US" altLang="zh-TW" dirty="0"/>
              <a:t>Email: g114056113@smail.nchu.edu.tw</a:t>
            </a:r>
          </a:p>
          <a:p>
            <a:pPr lvl="1" eaLnBrk="1" hangingPunct="1"/>
            <a:r>
              <a:rPr lang="en-US" altLang="zh-TW" dirty="0"/>
              <a:t>Title format: HW1 - [your name]</a:t>
            </a:r>
          </a:p>
          <a:p>
            <a:pPr eaLnBrk="1" hangingPunct="1"/>
            <a:r>
              <a:rPr lang="en-US" altLang="zh-TW" dirty="0"/>
              <a:t>Lab: OSNET(1001A)</a:t>
            </a:r>
          </a:p>
        </p:txBody>
      </p:sp>
      <p:sp>
        <p:nvSpPr>
          <p:cNvPr id="37892" name="投影片編號版面配置區 2">
            <a:extLst>
              <a:ext uri="{FF2B5EF4-FFF2-40B4-BE49-F238E27FC236}">
                <a16:creationId xmlns:a16="http://schemas.microsoft.com/office/drawing/2014/main" id="{00CA458D-2A21-4C7D-B6AB-A4B68C557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A787A6F-1366-4C80-912A-D1DB883524BE}" type="slidenum">
              <a:rPr kumimoji="0" lang="en-US" altLang="zh-TW">
                <a:latin typeface="Arial Black" panose="020B0A04020102020204" pitchFamily="34" charset="0"/>
              </a:rPr>
              <a:pPr/>
              <a:t>53</a:t>
            </a:fld>
            <a:endParaRPr kumimoji="0" lang="en-US" altLang="zh-TW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8518</TotalTime>
  <Words>4312</Words>
  <Application>Microsoft Office PowerPoint</Application>
  <PresentationFormat>寬螢幕</PresentationFormat>
  <Paragraphs>621</Paragraphs>
  <Slides>53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0" baseType="lpstr">
      <vt:lpstr>標楷體</vt:lpstr>
      <vt:lpstr>Arial</vt:lpstr>
      <vt:lpstr>Arial Black</vt:lpstr>
      <vt:lpstr>Calibri</vt:lpstr>
      <vt:lpstr>Times New Roman</vt:lpstr>
      <vt:lpstr>Wingdings</vt:lpstr>
      <vt:lpstr>Pixel</vt:lpstr>
      <vt:lpstr>Homework Assignment #1: Disk IO Performance under Sequential and Random Workloads by Using System Call, C Library and MMAP Interfaces</vt:lpstr>
      <vt:lpstr>Outline</vt:lpstr>
      <vt:lpstr>File Input / Output</vt:lpstr>
      <vt:lpstr>File Input / Output</vt:lpstr>
      <vt:lpstr>Outline</vt:lpstr>
      <vt:lpstr>Standard C library</vt:lpstr>
      <vt:lpstr>Standard C library(cont.)</vt:lpstr>
      <vt:lpstr>Standard C library(cont.)</vt:lpstr>
      <vt:lpstr>Standard C library(cont.)</vt:lpstr>
      <vt:lpstr>Standard C library(cont.)</vt:lpstr>
      <vt:lpstr>Homework Assignment #1_1(cont.)</vt:lpstr>
      <vt:lpstr>Outline</vt:lpstr>
      <vt:lpstr>Homework Assignment #1_1</vt:lpstr>
      <vt:lpstr>Homework Assignment #1_1</vt:lpstr>
      <vt:lpstr>Homework Assignment #1_1(cont.)</vt:lpstr>
      <vt:lpstr>Homework Assignment #1_1(cont.)</vt:lpstr>
      <vt:lpstr>Homework Assignment #1_1(cont.)</vt:lpstr>
      <vt:lpstr>Homework Assignment #1_1</vt:lpstr>
      <vt:lpstr>Homework Assignment #1_1</vt:lpstr>
      <vt:lpstr>Homework Assignment #1_1</vt:lpstr>
      <vt:lpstr>Homework Assignment #1_1(cont.)</vt:lpstr>
      <vt:lpstr>Homework Assignment #1_1(cont.)</vt:lpstr>
      <vt:lpstr>Homework Assignment #1_1(cont.)</vt:lpstr>
      <vt:lpstr>Outline</vt:lpstr>
      <vt:lpstr>Linux system call interface</vt:lpstr>
      <vt:lpstr>Linux system call interface(cont.)</vt:lpstr>
      <vt:lpstr>Linux system call interface(cont.)</vt:lpstr>
      <vt:lpstr>Linux system call interface(cont.)</vt:lpstr>
      <vt:lpstr>Linux system call interface(cont.)</vt:lpstr>
      <vt:lpstr>Outline</vt:lpstr>
      <vt:lpstr>Homework Assignment #1_2</vt:lpstr>
      <vt:lpstr>Homework Assignment #1_2</vt:lpstr>
      <vt:lpstr>Homework Assignment #1_2</vt:lpstr>
      <vt:lpstr>Homework Assignment #1_2</vt:lpstr>
      <vt:lpstr>Outline</vt:lpstr>
      <vt:lpstr>Memory-mapped file</vt:lpstr>
      <vt:lpstr>Memory-mapped file(cont.)</vt:lpstr>
      <vt:lpstr>Memory-mapped file(cont.)</vt:lpstr>
      <vt:lpstr>Memory-mapped file(cont.)</vt:lpstr>
      <vt:lpstr>Memory-mapped file(cont.)</vt:lpstr>
      <vt:lpstr>Memory-mapped file(cont.)</vt:lpstr>
      <vt:lpstr>Memory-mapped file(cont.)</vt:lpstr>
      <vt:lpstr>Memory-mapped file(cont.)</vt:lpstr>
      <vt:lpstr>Outline</vt:lpstr>
      <vt:lpstr>Homework Assignment #1_3</vt:lpstr>
      <vt:lpstr>Homework Assignment #1_3</vt:lpstr>
      <vt:lpstr>Homework Assignment #1_3</vt:lpstr>
      <vt:lpstr>Homework Assignment #1_3</vt:lpstr>
      <vt:lpstr>Outline</vt:lpstr>
      <vt:lpstr>Homework Assignment #1_4</vt:lpstr>
      <vt:lpstr>Reference</vt:lpstr>
      <vt:lpstr>Turn in</vt:lpstr>
      <vt:lpstr>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Chien</dc:creator>
  <cp:lastModifiedBy>willy chen</cp:lastModifiedBy>
  <cp:revision>173</cp:revision>
  <dcterms:created xsi:type="dcterms:W3CDTF">2020-03-07T03:23:18Z</dcterms:created>
  <dcterms:modified xsi:type="dcterms:W3CDTF">2026-03-11T05:57:28Z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2025-03-18T00:28:45Z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dc902288-ad7c-4868-9922-3682d81b1d8e</vt:lpwstr>
  </property>
  <property fmtid="{D5CDD505-2E9C-101B-9397-08002B2CF9AE}" pid="7" name="MSIP_Label_defa4170-0d19-0005-0004-bc88714345d2_ActionId">
    <vt:lpwstr>521576ac-71dc-4d73-a359-7f450e4d0036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